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3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BulletTimelineColorVariant1">
  <dgm:title val="Bullet Timeline Color Variant 1"/>
  <dgm:desc val="Bullet Timeline Color Variant 1"/>
  <dgm:catLst>
    <dgm:cat type="Other" pri="2"/>
  </dgm:catLst>
  <dgm:styleLbl name="node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ln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>
        <a:lumMod val="20000"/>
        <a:lumOff val="80000"/>
      </a:schemeClr>
    </dgm:fillClrLst>
    <dgm:linClrLst meth="repeat">
      <a:schemeClr val="tx1"/>
    </dgm:linClrLst>
    <dgm:effectClrLst/>
    <dgm:txLinClrLst/>
    <dgm:txFillClrLst/>
    <dgm:txEffectClrLst/>
  </dgm:styleLbl>
  <dgm:styleLbl name="node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9F8FC1-BE17-4E4A-9C01-A0A3E0ABDD9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872E69-47D7-40DF-8F1A-685BB47BAF79}">
      <dgm:prSet/>
      <dgm:spPr/>
      <dgm:t>
        <a:bodyPr/>
        <a:lstStyle/>
        <a:p>
          <a:r>
            <a:rPr lang="en-US" b="1"/>
            <a:t>Insights</a:t>
          </a:r>
          <a:endParaRPr lang="en-US"/>
        </a:p>
      </dgm:t>
    </dgm:pt>
    <dgm:pt modelId="{81A178CF-8885-4B45-8145-57A20F2AF86A}" type="parTrans" cxnId="{851F1949-6413-41DF-9408-D3A4FDFE3A1A}">
      <dgm:prSet/>
      <dgm:spPr/>
      <dgm:t>
        <a:bodyPr/>
        <a:lstStyle/>
        <a:p>
          <a:endParaRPr lang="en-US"/>
        </a:p>
      </dgm:t>
    </dgm:pt>
    <dgm:pt modelId="{3C6CB026-5CA7-46C9-82B7-4156877D28F9}" type="sibTrans" cxnId="{851F1949-6413-41DF-9408-D3A4FDFE3A1A}">
      <dgm:prSet/>
      <dgm:spPr/>
      <dgm:t>
        <a:bodyPr/>
        <a:lstStyle/>
        <a:p>
          <a:endParaRPr lang="en-US"/>
        </a:p>
      </dgm:t>
    </dgm:pt>
    <dgm:pt modelId="{4948971C-2F5C-48D1-B60D-7AA4918F4FDC}">
      <dgm:prSet/>
      <dgm:spPr/>
      <dgm:t>
        <a:bodyPr/>
        <a:lstStyle/>
        <a:p>
          <a:r>
            <a:rPr lang="en-US"/>
            <a:t>Research and Development department recorded the highest attrition.</a:t>
          </a:r>
        </a:p>
      </dgm:t>
    </dgm:pt>
    <dgm:pt modelId="{CE4D446A-7C76-4C92-AB9A-8DBD32DD6ADA}" type="parTrans" cxnId="{A232E4BB-A353-43D8-9816-982F7D2B2055}">
      <dgm:prSet/>
      <dgm:spPr/>
      <dgm:t>
        <a:bodyPr/>
        <a:lstStyle/>
        <a:p>
          <a:endParaRPr lang="en-US"/>
        </a:p>
      </dgm:t>
    </dgm:pt>
    <dgm:pt modelId="{B40539B1-FB7F-4DA4-BA7F-73D79F72BB11}" type="sibTrans" cxnId="{A232E4BB-A353-43D8-9816-982F7D2B2055}">
      <dgm:prSet/>
      <dgm:spPr/>
      <dgm:t>
        <a:bodyPr/>
        <a:lstStyle/>
        <a:p>
          <a:endParaRPr lang="en-US"/>
        </a:p>
      </dgm:t>
    </dgm:pt>
    <dgm:pt modelId="{0F4D6835-E64D-417A-A035-82A743812BCD}">
      <dgm:prSet/>
      <dgm:spPr/>
      <dgm:t>
        <a:bodyPr/>
        <a:lstStyle/>
        <a:p>
          <a:r>
            <a:rPr lang="en-US" dirty="0"/>
            <a:t>Young Adult and experienced groups showed comparatively lower attrition.</a:t>
          </a:r>
        </a:p>
      </dgm:t>
    </dgm:pt>
    <dgm:pt modelId="{CF07D76E-3433-482F-AA40-2168D912C24D}" type="parTrans" cxnId="{E1F2C522-473E-420C-90A4-74F452D634E9}">
      <dgm:prSet/>
      <dgm:spPr/>
      <dgm:t>
        <a:bodyPr/>
        <a:lstStyle/>
        <a:p>
          <a:endParaRPr lang="en-US"/>
        </a:p>
      </dgm:t>
    </dgm:pt>
    <dgm:pt modelId="{5C3A2492-BFA3-4C43-B20E-8F9AF8869895}" type="sibTrans" cxnId="{E1F2C522-473E-420C-90A4-74F452D634E9}">
      <dgm:prSet/>
      <dgm:spPr/>
      <dgm:t>
        <a:bodyPr/>
        <a:lstStyle/>
        <a:p>
          <a:endParaRPr lang="en-US"/>
        </a:p>
      </dgm:t>
    </dgm:pt>
    <dgm:pt modelId="{B4DC94DC-C262-4F24-BC06-0DC241735306}">
      <dgm:prSet/>
      <dgm:spPr/>
      <dgm:t>
        <a:bodyPr/>
        <a:lstStyle/>
        <a:p>
          <a:r>
            <a:rPr lang="en-US"/>
            <a:t>Laboratory Technicians experienced the highest attrition among all job roles.</a:t>
          </a:r>
        </a:p>
      </dgm:t>
    </dgm:pt>
    <dgm:pt modelId="{77A57EAE-8BBA-4087-A619-89223654A708}" type="parTrans" cxnId="{648B0BFA-D466-445D-996D-6C729118A9FC}">
      <dgm:prSet/>
      <dgm:spPr/>
      <dgm:t>
        <a:bodyPr/>
        <a:lstStyle/>
        <a:p>
          <a:endParaRPr lang="en-US"/>
        </a:p>
      </dgm:t>
    </dgm:pt>
    <dgm:pt modelId="{9626A827-5799-453C-AE9D-AF0DE472AB4C}" type="sibTrans" cxnId="{648B0BFA-D466-445D-996D-6C729118A9FC}">
      <dgm:prSet/>
      <dgm:spPr/>
      <dgm:t>
        <a:bodyPr/>
        <a:lstStyle/>
        <a:p>
          <a:endParaRPr lang="en-US"/>
        </a:p>
      </dgm:t>
    </dgm:pt>
    <dgm:pt modelId="{829190F2-5F7A-4BE4-90C7-08987A75A9D1}">
      <dgm:prSet/>
      <dgm:spPr/>
      <dgm:t>
        <a:bodyPr/>
        <a:lstStyle/>
        <a:p>
          <a:r>
            <a:rPr lang="en-US"/>
            <a:t>Sales Executives and Research Scientists also showed elevated turnover</a:t>
          </a:r>
        </a:p>
      </dgm:t>
    </dgm:pt>
    <dgm:pt modelId="{40409615-E7EF-4FF5-9920-DA762FF60A1E}" type="parTrans" cxnId="{8A51AE0D-68CD-4754-8279-33B6E363BAE9}">
      <dgm:prSet/>
      <dgm:spPr/>
      <dgm:t>
        <a:bodyPr/>
        <a:lstStyle/>
        <a:p>
          <a:endParaRPr lang="en-US"/>
        </a:p>
      </dgm:t>
    </dgm:pt>
    <dgm:pt modelId="{4B422D52-5A55-41CD-B544-27E8A53520B7}" type="sibTrans" cxnId="{8A51AE0D-68CD-4754-8279-33B6E363BAE9}">
      <dgm:prSet/>
      <dgm:spPr/>
      <dgm:t>
        <a:bodyPr/>
        <a:lstStyle/>
        <a:p>
          <a:endParaRPr lang="en-US"/>
        </a:p>
      </dgm:t>
    </dgm:pt>
    <dgm:pt modelId="{B5E92FC2-FC79-42D8-B9F2-711EA3239AE4}" type="pres">
      <dgm:prSet presAssocID="{C29F8FC1-BE17-4E4A-9C01-A0A3E0ABDD99}" presName="vert0" presStyleCnt="0">
        <dgm:presLayoutVars>
          <dgm:dir/>
          <dgm:animOne val="branch"/>
          <dgm:animLvl val="lvl"/>
        </dgm:presLayoutVars>
      </dgm:prSet>
      <dgm:spPr/>
    </dgm:pt>
    <dgm:pt modelId="{8056508B-A7AA-4901-81A2-116AE1C4CE72}" type="pres">
      <dgm:prSet presAssocID="{84872E69-47D7-40DF-8F1A-685BB47BAF79}" presName="thickLine" presStyleLbl="alignNode1" presStyleIdx="0" presStyleCnt="1"/>
      <dgm:spPr/>
    </dgm:pt>
    <dgm:pt modelId="{2A5786EA-76C4-4AA4-8D44-50565D0DC2F5}" type="pres">
      <dgm:prSet presAssocID="{84872E69-47D7-40DF-8F1A-685BB47BAF79}" presName="horz1" presStyleCnt="0"/>
      <dgm:spPr/>
    </dgm:pt>
    <dgm:pt modelId="{59827A6F-B7DE-49E5-BC3A-5CA6B3534DE6}" type="pres">
      <dgm:prSet presAssocID="{84872E69-47D7-40DF-8F1A-685BB47BAF79}" presName="tx1" presStyleLbl="revTx" presStyleIdx="0" presStyleCnt="5"/>
      <dgm:spPr/>
    </dgm:pt>
    <dgm:pt modelId="{A0F63B09-9DC4-46AC-A2F7-C3B9210123D6}" type="pres">
      <dgm:prSet presAssocID="{84872E69-47D7-40DF-8F1A-685BB47BAF79}" presName="vert1" presStyleCnt="0"/>
      <dgm:spPr/>
    </dgm:pt>
    <dgm:pt modelId="{750402F0-BE18-4D30-82C5-8391D10AFC77}" type="pres">
      <dgm:prSet presAssocID="{4948971C-2F5C-48D1-B60D-7AA4918F4FDC}" presName="vertSpace2a" presStyleCnt="0"/>
      <dgm:spPr/>
    </dgm:pt>
    <dgm:pt modelId="{CFCF9FEB-F790-4E46-A964-5F99663AAA1B}" type="pres">
      <dgm:prSet presAssocID="{4948971C-2F5C-48D1-B60D-7AA4918F4FDC}" presName="horz2" presStyleCnt="0"/>
      <dgm:spPr/>
    </dgm:pt>
    <dgm:pt modelId="{0011CA03-353C-47A4-8F11-7ECB23ED6B8C}" type="pres">
      <dgm:prSet presAssocID="{4948971C-2F5C-48D1-B60D-7AA4918F4FDC}" presName="horzSpace2" presStyleCnt="0"/>
      <dgm:spPr/>
    </dgm:pt>
    <dgm:pt modelId="{1F1BCA80-7D8B-402E-9934-41726AFDFD4D}" type="pres">
      <dgm:prSet presAssocID="{4948971C-2F5C-48D1-B60D-7AA4918F4FDC}" presName="tx2" presStyleLbl="revTx" presStyleIdx="1" presStyleCnt="5"/>
      <dgm:spPr/>
    </dgm:pt>
    <dgm:pt modelId="{B6CA69B9-C35A-432F-9482-15198B42C1E7}" type="pres">
      <dgm:prSet presAssocID="{4948971C-2F5C-48D1-B60D-7AA4918F4FDC}" presName="vert2" presStyleCnt="0"/>
      <dgm:spPr/>
    </dgm:pt>
    <dgm:pt modelId="{2EF50D09-B2AA-41FD-BDE0-1586013A1482}" type="pres">
      <dgm:prSet presAssocID="{4948971C-2F5C-48D1-B60D-7AA4918F4FDC}" presName="thinLine2b" presStyleLbl="callout" presStyleIdx="0" presStyleCnt="4"/>
      <dgm:spPr/>
    </dgm:pt>
    <dgm:pt modelId="{9E05E101-92E6-45AA-B779-30FAF02AECF0}" type="pres">
      <dgm:prSet presAssocID="{4948971C-2F5C-48D1-B60D-7AA4918F4FDC}" presName="vertSpace2b" presStyleCnt="0"/>
      <dgm:spPr/>
    </dgm:pt>
    <dgm:pt modelId="{D3E1BDFF-E0C9-43CB-93F0-459A3ED8B12C}" type="pres">
      <dgm:prSet presAssocID="{0F4D6835-E64D-417A-A035-82A743812BCD}" presName="horz2" presStyleCnt="0"/>
      <dgm:spPr/>
    </dgm:pt>
    <dgm:pt modelId="{F03C2B87-F552-4B82-B926-F197A9C7C73B}" type="pres">
      <dgm:prSet presAssocID="{0F4D6835-E64D-417A-A035-82A743812BCD}" presName="horzSpace2" presStyleCnt="0"/>
      <dgm:spPr/>
    </dgm:pt>
    <dgm:pt modelId="{F0A1083A-2364-41D8-A8D6-A3590A1FC78B}" type="pres">
      <dgm:prSet presAssocID="{0F4D6835-E64D-417A-A035-82A743812BCD}" presName="tx2" presStyleLbl="revTx" presStyleIdx="2" presStyleCnt="5"/>
      <dgm:spPr/>
    </dgm:pt>
    <dgm:pt modelId="{AEA542F7-0DCA-4B99-B6ED-07F0EF331A16}" type="pres">
      <dgm:prSet presAssocID="{0F4D6835-E64D-417A-A035-82A743812BCD}" presName="vert2" presStyleCnt="0"/>
      <dgm:spPr/>
    </dgm:pt>
    <dgm:pt modelId="{29C0569B-71E3-4A8F-9726-BF87F8E2F2B3}" type="pres">
      <dgm:prSet presAssocID="{0F4D6835-E64D-417A-A035-82A743812BCD}" presName="thinLine2b" presStyleLbl="callout" presStyleIdx="1" presStyleCnt="4"/>
      <dgm:spPr/>
    </dgm:pt>
    <dgm:pt modelId="{5440D285-8D5A-4E10-AAAA-01DA6A83CC14}" type="pres">
      <dgm:prSet presAssocID="{0F4D6835-E64D-417A-A035-82A743812BCD}" presName="vertSpace2b" presStyleCnt="0"/>
      <dgm:spPr/>
    </dgm:pt>
    <dgm:pt modelId="{151A3931-E0BE-4809-9470-6DEF807540EC}" type="pres">
      <dgm:prSet presAssocID="{B4DC94DC-C262-4F24-BC06-0DC241735306}" presName="horz2" presStyleCnt="0"/>
      <dgm:spPr/>
    </dgm:pt>
    <dgm:pt modelId="{AE36D53D-431C-40A6-90D9-5C5F2DA7044A}" type="pres">
      <dgm:prSet presAssocID="{B4DC94DC-C262-4F24-BC06-0DC241735306}" presName="horzSpace2" presStyleCnt="0"/>
      <dgm:spPr/>
    </dgm:pt>
    <dgm:pt modelId="{3FDCD0BE-7EA5-425D-A9C4-BF89D048D6D3}" type="pres">
      <dgm:prSet presAssocID="{B4DC94DC-C262-4F24-BC06-0DC241735306}" presName="tx2" presStyleLbl="revTx" presStyleIdx="3" presStyleCnt="5"/>
      <dgm:spPr/>
    </dgm:pt>
    <dgm:pt modelId="{5592056C-E542-4D08-951F-285516291DB8}" type="pres">
      <dgm:prSet presAssocID="{B4DC94DC-C262-4F24-BC06-0DC241735306}" presName="vert2" presStyleCnt="0"/>
      <dgm:spPr/>
    </dgm:pt>
    <dgm:pt modelId="{A8CCA02A-1AE8-40A7-9CAC-FA4FDC606EF5}" type="pres">
      <dgm:prSet presAssocID="{B4DC94DC-C262-4F24-BC06-0DC241735306}" presName="thinLine2b" presStyleLbl="callout" presStyleIdx="2" presStyleCnt="4"/>
      <dgm:spPr/>
    </dgm:pt>
    <dgm:pt modelId="{BB68B36D-1E3F-4A4E-BDFB-D09CCB3BF72E}" type="pres">
      <dgm:prSet presAssocID="{B4DC94DC-C262-4F24-BC06-0DC241735306}" presName="vertSpace2b" presStyleCnt="0"/>
      <dgm:spPr/>
    </dgm:pt>
    <dgm:pt modelId="{82CC476C-8A67-4F73-BB85-BAFCBF976164}" type="pres">
      <dgm:prSet presAssocID="{829190F2-5F7A-4BE4-90C7-08987A75A9D1}" presName="horz2" presStyleCnt="0"/>
      <dgm:spPr/>
    </dgm:pt>
    <dgm:pt modelId="{AB3D76F8-502A-4712-93C8-3CF23D310366}" type="pres">
      <dgm:prSet presAssocID="{829190F2-5F7A-4BE4-90C7-08987A75A9D1}" presName="horzSpace2" presStyleCnt="0"/>
      <dgm:spPr/>
    </dgm:pt>
    <dgm:pt modelId="{2740AD9D-1912-4740-ACD0-206FEA231596}" type="pres">
      <dgm:prSet presAssocID="{829190F2-5F7A-4BE4-90C7-08987A75A9D1}" presName="tx2" presStyleLbl="revTx" presStyleIdx="4" presStyleCnt="5"/>
      <dgm:spPr/>
    </dgm:pt>
    <dgm:pt modelId="{D7B2152F-0E57-4692-946A-2FBEBD1E82DA}" type="pres">
      <dgm:prSet presAssocID="{829190F2-5F7A-4BE4-90C7-08987A75A9D1}" presName="vert2" presStyleCnt="0"/>
      <dgm:spPr/>
    </dgm:pt>
    <dgm:pt modelId="{AE288499-DA01-4D35-A500-BFA159D74252}" type="pres">
      <dgm:prSet presAssocID="{829190F2-5F7A-4BE4-90C7-08987A75A9D1}" presName="thinLine2b" presStyleLbl="callout" presStyleIdx="3" presStyleCnt="4"/>
      <dgm:spPr/>
    </dgm:pt>
    <dgm:pt modelId="{D2946118-24E4-4507-B3CE-2B1867377EC8}" type="pres">
      <dgm:prSet presAssocID="{829190F2-5F7A-4BE4-90C7-08987A75A9D1}" presName="vertSpace2b" presStyleCnt="0"/>
      <dgm:spPr/>
    </dgm:pt>
  </dgm:ptLst>
  <dgm:cxnLst>
    <dgm:cxn modelId="{8A51AE0D-68CD-4754-8279-33B6E363BAE9}" srcId="{84872E69-47D7-40DF-8F1A-685BB47BAF79}" destId="{829190F2-5F7A-4BE4-90C7-08987A75A9D1}" srcOrd="3" destOrd="0" parTransId="{40409615-E7EF-4FF5-9920-DA762FF60A1E}" sibTransId="{4B422D52-5A55-41CD-B544-27E8A53520B7}"/>
    <dgm:cxn modelId="{E1F2C522-473E-420C-90A4-74F452D634E9}" srcId="{84872E69-47D7-40DF-8F1A-685BB47BAF79}" destId="{0F4D6835-E64D-417A-A035-82A743812BCD}" srcOrd="1" destOrd="0" parTransId="{CF07D76E-3433-482F-AA40-2168D912C24D}" sibTransId="{5C3A2492-BFA3-4C43-B20E-8F9AF8869895}"/>
    <dgm:cxn modelId="{2F049234-5FC5-4BDF-ABF2-C5304BFCCB3A}" type="presOf" srcId="{C29F8FC1-BE17-4E4A-9C01-A0A3E0ABDD99}" destId="{B5E92FC2-FC79-42D8-B9F2-711EA3239AE4}" srcOrd="0" destOrd="0" presId="urn:microsoft.com/office/officeart/2008/layout/LinedList"/>
    <dgm:cxn modelId="{02CDDB46-079B-4C3D-B3D8-45A9B7AD738B}" type="presOf" srcId="{B4DC94DC-C262-4F24-BC06-0DC241735306}" destId="{3FDCD0BE-7EA5-425D-A9C4-BF89D048D6D3}" srcOrd="0" destOrd="0" presId="urn:microsoft.com/office/officeart/2008/layout/LinedList"/>
    <dgm:cxn modelId="{851F1949-6413-41DF-9408-D3A4FDFE3A1A}" srcId="{C29F8FC1-BE17-4E4A-9C01-A0A3E0ABDD99}" destId="{84872E69-47D7-40DF-8F1A-685BB47BAF79}" srcOrd="0" destOrd="0" parTransId="{81A178CF-8885-4B45-8145-57A20F2AF86A}" sibTransId="{3C6CB026-5CA7-46C9-82B7-4156877D28F9}"/>
    <dgm:cxn modelId="{89FB94B8-8664-49C8-BF1C-9C597AA9E6C4}" type="presOf" srcId="{0F4D6835-E64D-417A-A035-82A743812BCD}" destId="{F0A1083A-2364-41D8-A8D6-A3590A1FC78B}" srcOrd="0" destOrd="0" presId="urn:microsoft.com/office/officeart/2008/layout/LinedList"/>
    <dgm:cxn modelId="{A232E4BB-A353-43D8-9816-982F7D2B2055}" srcId="{84872E69-47D7-40DF-8F1A-685BB47BAF79}" destId="{4948971C-2F5C-48D1-B60D-7AA4918F4FDC}" srcOrd="0" destOrd="0" parTransId="{CE4D446A-7C76-4C92-AB9A-8DBD32DD6ADA}" sibTransId="{B40539B1-FB7F-4DA4-BA7F-73D79F72BB11}"/>
    <dgm:cxn modelId="{C3A9BFCF-35D1-4438-90FE-039B8A3D47CB}" type="presOf" srcId="{84872E69-47D7-40DF-8F1A-685BB47BAF79}" destId="{59827A6F-B7DE-49E5-BC3A-5CA6B3534DE6}" srcOrd="0" destOrd="0" presId="urn:microsoft.com/office/officeart/2008/layout/LinedList"/>
    <dgm:cxn modelId="{D70DB6E0-758D-4FED-AFDB-EE1C974F5D16}" type="presOf" srcId="{829190F2-5F7A-4BE4-90C7-08987A75A9D1}" destId="{2740AD9D-1912-4740-ACD0-206FEA231596}" srcOrd="0" destOrd="0" presId="urn:microsoft.com/office/officeart/2008/layout/LinedList"/>
    <dgm:cxn modelId="{648B0BFA-D466-445D-996D-6C729118A9FC}" srcId="{84872E69-47D7-40DF-8F1A-685BB47BAF79}" destId="{B4DC94DC-C262-4F24-BC06-0DC241735306}" srcOrd="2" destOrd="0" parTransId="{77A57EAE-8BBA-4087-A619-89223654A708}" sibTransId="{9626A827-5799-453C-AE9D-AF0DE472AB4C}"/>
    <dgm:cxn modelId="{EACAF2FF-7649-48B5-98CB-1695C0B43E4B}" type="presOf" srcId="{4948971C-2F5C-48D1-B60D-7AA4918F4FDC}" destId="{1F1BCA80-7D8B-402E-9934-41726AFDFD4D}" srcOrd="0" destOrd="0" presId="urn:microsoft.com/office/officeart/2008/layout/LinedList"/>
    <dgm:cxn modelId="{FF0CDC50-42DD-4B3B-AB4D-4EE56EE67EAE}" type="presParOf" srcId="{B5E92FC2-FC79-42D8-B9F2-711EA3239AE4}" destId="{8056508B-A7AA-4901-81A2-116AE1C4CE72}" srcOrd="0" destOrd="0" presId="urn:microsoft.com/office/officeart/2008/layout/LinedList"/>
    <dgm:cxn modelId="{3D9A32EC-0EA6-4D91-B377-4F24A01930FE}" type="presParOf" srcId="{B5E92FC2-FC79-42D8-B9F2-711EA3239AE4}" destId="{2A5786EA-76C4-4AA4-8D44-50565D0DC2F5}" srcOrd="1" destOrd="0" presId="urn:microsoft.com/office/officeart/2008/layout/LinedList"/>
    <dgm:cxn modelId="{97A95A03-9569-4187-829C-7222D9AA6225}" type="presParOf" srcId="{2A5786EA-76C4-4AA4-8D44-50565D0DC2F5}" destId="{59827A6F-B7DE-49E5-BC3A-5CA6B3534DE6}" srcOrd="0" destOrd="0" presId="urn:microsoft.com/office/officeart/2008/layout/LinedList"/>
    <dgm:cxn modelId="{0EE70900-3B6E-4C84-849E-E801DE87C5C3}" type="presParOf" srcId="{2A5786EA-76C4-4AA4-8D44-50565D0DC2F5}" destId="{A0F63B09-9DC4-46AC-A2F7-C3B9210123D6}" srcOrd="1" destOrd="0" presId="urn:microsoft.com/office/officeart/2008/layout/LinedList"/>
    <dgm:cxn modelId="{2D3BA63D-6B0C-497F-A4C3-3D250C085D19}" type="presParOf" srcId="{A0F63B09-9DC4-46AC-A2F7-C3B9210123D6}" destId="{750402F0-BE18-4D30-82C5-8391D10AFC77}" srcOrd="0" destOrd="0" presId="urn:microsoft.com/office/officeart/2008/layout/LinedList"/>
    <dgm:cxn modelId="{EA7F6D7B-3CBE-44A1-9042-EE0038E02D58}" type="presParOf" srcId="{A0F63B09-9DC4-46AC-A2F7-C3B9210123D6}" destId="{CFCF9FEB-F790-4E46-A964-5F99663AAA1B}" srcOrd="1" destOrd="0" presId="urn:microsoft.com/office/officeart/2008/layout/LinedList"/>
    <dgm:cxn modelId="{8C31E0DB-D922-45B3-BB35-03FFD2FE32A2}" type="presParOf" srcId="{CFCF9FEB-F790-4E46-A964-5F99663AAA1B}" destId="{0011CA03-353C-47A4-8F11-7ECB23ED6B8C}" srcOrd="0" destOrd="0" presId="urn:microsoft.com/office/officeart/2008/layout/LinedList"/>
    <dgm:cxn modelId="{176FE063-66A0-490F-9387-9971C861385E}" type="presParOf" srcId="{CFCF9FEB-F790-4E46-A964-5F99663AAA1B}" destId="{1F1BCA80-7D8B-402E-9934-41726AFDFD4D}" srcOrd="1" destOrd="0" presId="urn:microsoft.com/office/officeart/2008/layout/LinedList"/>
    <dgm:cxn modelId="{0DAD5325-3317-4FD9-B94F-C7E6F5588399}" type="presParOf" srcId="{CFCF9FEB-F790-4E46-A964-5F99663AAA1B}" destId="{B6CA69B9-C35A-432F-9482-15198B42C1E7}" srcOrd="2" destOrd="0" presId="urn:microsoft.com/office/officeart/2008/layout/LinedList"/>
    <dgm:cxn modelId="{6C3C6AC0-B8CD-4F08-9499-0C5D2BBCBF21}" type="presParOf" srcId="{A0F63B09-9DC4-46AC-A2F7-C3B9210123D6}" destId="{2EF50D09-B2AA-41FD-BDE0-1586013A1482}" srcOrd="2" destOrd="0" presId="urn:microsoft.com/office/officeart/2008/layout/LinedList"/>
    <dgm:cxn modelId="{13128A45-7D3B-4D73-9584-6DD291F8BB86}" type="presParOf" srcId="{A0F63B09-9DC4-46AC-A2F7-C3B9210123D6}" destId="{9E05E101-92E6-45AA-B779-30FAF02AECF0}" srcOrd="3" destOrd="0" presId="urn:microsoft.com/office/officeart/2008/layout/LinedList"/>
    <dgm:cxn modelId="{ABFF87E4-5EAA-43D2-A9BE-2A206B719447}" type="presParOf" srcId="{A0F63B09-9DC4-46AC-A2F7-C3B9210123D6}" destId="{D3E1BDFF-E0C9-43CB-93F0-459A3ED8B12C}" srcOrd="4" destOrd="0" presId="urn:microsoft.com/office/officeart/2008/layout/LinedList"/>
    <dgm:cxn modelId="{E6485695-6D57-4B1B-9CE5-80A3968E03A6}" type="presParOf" srcId="{D3E1BDFF-E0C9-43CB-93F0-459A3ED8B12C}" destId="{F03C2B87-F552-4B82-B926-F197A9C7C73B}" srcOrd="0" destOrd="0" presId="urn:microsoft.com/office/officeart/2008/layout/LinedList"/>
    <dgm:cxn modelId="{D0410B57-598D-4055-BA46-2A992BBA7E8D}" type="presParOf" srcId="{D3E1BDFF-E0C9-43CB-93F0-459A3ED8B12C}" destId="{F0A1083A-2364-41D8-A8D6-A3590A1FC78B}" srcOrd="1" destOrd="0" presId="urn:microsoft.com/office/officeart/2008/layout/LinedList"/>
    <dgm:cxn modelId="{653A6017-8DA9-4C21-B01C-2A5E9CA85A14}" type="presParOf" srcId="{D3E1BDFF-E0C9-43CB-93F0-459A3ED8B12C}" destId="{AEA542F7-0DCA-4B99-B6ED-07F0EF331A16}" srcOrd="2" destOrd="0" presId="urn:microsoft.com/office/officeart/2008/layout/LinedList"/>
    <dgm:cxn modelId="{70DCF4ED-F4FA-42B5-AE39-3E6731FD58BF}" type="presParOf" srcId="{A0F63B09-9DC4-46AC-A2F7-C3B9210123D6}" destId="{29C0569B-71E3-4A8F-9726-BF87F8E2F2B3}" srcOrd="5" destOrd="0" presId="urn:microsoft.com/office/officeart/2008/layout/LinedList"/>
    <dgm:cxn modelId="{8F4B125B-21D8-471A-85E2-011CFE193411}" type="presParOf" srcId="{A0F63B09-9DC4-46AC-A2F7-C3B9210123D6}" destId="{5440D285-8D5A-4E10-AAAA-01DA6A83CC14}" srcOrd="6" destOrd="0" presId="urn:microsoft.com/office/officeart/2008/layout/LinedList"/>
    <dgm:cxn modelId="{36A730D1-F1D8-44D6-A9DE-AB6794E88687}" type="presParOf" srcId="{A0F63B09-9DC4-46AC-A2F7-C3B9210123D6}" destId="{151A3931-E0BE-4809-9470-6DEF807540EC}" srcOrd="7" destOrd="0" presId="urn:microsoft.com/office/officeart/2008/layout/LinedList"/>
    <dgm:cxn modelId="{A3D9C52E-BA35-4EBB-9FC1-9E23E600DA16}" type="presParOf" srcId="{151A3931-E0BE-4809-9470-6DEF807540EC}" destId="{AE36D53D-431C-40A6-90D9-5C5F2DA7044A}" srcOrd="0" destOrd="0" presId="urn:microsoft.com/office/officeart/2008/layout/LinedList"/>
    <dgm:cxn modelId="{EB3578F4-E78A-488B-B57B-316D7F1B56B1}" type="presParOf" srcId="{151A3931-E0BE-4809-9470-6DEF807540EC}" destId="{3FDCD0BE-7EA5-425D-A9C4-BF89D048D6D3}" srcOrd="1" destOrd="0" presId="urn:microsoft.com/office/officeart/2008/layout/LinedList"/>
    <dgm:cxn modelId="{A64367E2-27B2-467D-92D4-7A8062BBC489}" type="presParOf" srcId="{151A3931-E0BE-4809-9470-6DEF807540EC}" destId="{5592056C-E542-4D08-951F-285516291DB8}" srcOrd="2" destOrd="0" presId="urn:microsoft.com/office/officeart/2008/layout/LinedList"/>
    <dgm:cxn modelId="{3E63C1AE-8121-4C05-BE79-5ADA85CB4389}" type="presParOf" srcId="{A0F63B09-9DC4-46AC-A2F7-C3B9210123D6}" destId="{A8CCA02A-1AE8-40A7-9CAC-FA4FDC606EF5}" srcOrd="8" destOrd="0" presId="urn:microsoft.com/office/officeart/2008/layout/LinedList"/>
    <dgm:cxn modelId="{B5C317D8-A501-4FE7-9F65-120A31564096}" type="presParOf" srcId="{A0F63B09-9DC4-46AC-A2F7-C3B9210123D6}" destId="{BB68B36D-1E3F-4A4E-BDFB-D09CCB3BF72E}" srcOrd="9" destOrd="0" presId="urn:microsoft.com/office/officeart/2008/layout/LinedList"/>
    <dgm:cxn modelId="{2E340AE4-2B69-4226-A811-D9F3E1997FAE}" type="presParOf" srcId="{A0F63B09-9DC4-46AC-A2F7-C3B9210123D6}" destId="{82CC476C-8A67-4F73-BB85-BAFCBF976164}" srcOrd="10" destOrd="0" presId="urn:microsoft.com/office/officeart/2008/layout/LinedList"/>
    <dgm:cxn modelId="{1FCE8F21-14AC-4CCF-BAD0-5A1E0E79743D}" type="presParOf" srcId="{82CC476C-8A67-4F73-BB85-BAFCBF976164}" destId="{AB3D76F8-502A-4712-93C8-3CF23D310366}" srcOrd="0" destOrd="0" presId="urn:microsoft.com/office/officeart/2008/layout/LinedList"/>
    <dgm:cxn modelId="{095830EF-2419-4C46-880D-5E363559F2ED}" type="presParOf" srcId="{82CC476C-8A67-4F73-BB85-BAFCBF976164}" destId="{2740AD9D-1912-4740-ACD0-206FEA231596}" srcOrd="1" destOrd="0" presId="urn:microsoft.com/office/officeart/2008/layout/LinedList"/>
    <dgm:cxn modelId="{CD2CC8EC-ABA2-4398-BF78-F246F278BF47}" type="presParOf" srcId="{82CC476C-8A67-4F73-BB85-BAFCBF976164}" destId="{D7B2152F-0E57-4692-946A-2FBEBD1E82DA}" srcOrd="2" destOrd="0" presId="urn:microsoft.com/office/officeart/2008/layout/LinedList"/>
    <dgm:cxn modelId="{C12A1DBC-8E86-48F9-A66C-87A162170743}" type="presParOf" srcId="{A0F63B09-9DC4-46AC-A2F7-C3B9210123D6}" destId="{AE288499-DA01-4D35-A500-BFA159D74252}" srcOrd="11" destOrd="0" presId="urn:microsoft.com/office/officeart/2008/layout/LinedList"/>
    <dgm:cxn modelId="{2F675E22-FCAF-42B7-ABD4-CC08C62136F8}" type="presParOf" srcId="{A0F63B09-9DC4-46AC-A2F7-C3B9210123D6}" destId="{D2946118-24E4-4507-B3CE-2B1867377EC8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9F8FC1-BE17-4E4A-9C01-A0A3E0ABDD9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872E69-47D7-40DF-8F1A-685BB47BAF79}">
      <dgm:prSet/>
      <dgm:spPr/>
      <dgm:t>
        <a:bodyPr/>
        <a:lstStyle/>
        <a:p>
          <a:r>
            <a:rPr lang="en-US" b="1"/>
            <a:t>Insights</a:t>
          </a:r>
          <a:endParaRPr lang="en-US"/>
        </a:p>
      </dgm:t>
    </dgm:pt>
    <dgm:pt modelId="{81A178CF-8885-4B45-8145-57A20F2AF86A}" type="parTrans" cxnId="{851F1949-6413-41DF-9408-D3A4FDFE3A1A}">
      <dgm:prSet/>
      <dgm:spPr/>
      <dgm:t>
        <a:bodyPr/>
        <a:lstStyle/>
        <a:p>
          <a:endParaRPr lang="en-US"/>
        </a:p>
      </dgm:t>
    </dgm:pt>
    <dgm:pt modelId="{3C6CB026-5CA7-46C9-82B7-4156877D28F9}" type="sibTrans" cxnId="{851F1949-6413-41DF-9408-D3A4FDFE3A1A}">
      <dgm:prSet/>
      <dgm:spPr/>
      <dgm:t>
        <a:bodyPr/>
        <a:lstStyle/>
        <a:p>
          <a:endParaRPr lang="en-US"/>
        </a:p>
      </dgm:t>
    </dgm:pt>
    <dgm:pt modelId="{4948971C-2F5C-48D1-B60D-7AA4918F4FDC}">
      <dgm:prSet/>
      <dgm:spPr/>
      <dgm:t>
        <a:bodyPr/>
        <a:lstStyle/>
        <a:p>
          <a:r>
            <a:rPr lang="en-US" dirty="0"/>
            <a:t>Mid-career employees contributed the highest number of attrition cases.</a:t>
          </a:r>
        </a:p>
      </dgm:t>
    </dgm:pt>
    <dgm:pt modelId="{CE4D446A-7C76-4C92-AB9A-8DBD32DD6ADA}" type="parTrans" cxnId="{A232E4BB-A353-43D8-9816-982F7D2B2055}">
      <dgm:prSet/>
      <dgm:spPr/>
      <dgm:t>
        <a:bodyPr/>
        <a:lstStyle/>
        <a:p>
          <a:endParaRPr lang="en-US"/>
        </a:p>
      </dgm:t>
    </dgm:pt>
    <dgm:pt modelId="{B40539B1-FB7F-4DA4-BA7F-73D79F72BB11}" type="sibTrans" cxnId="{A232E4BB-A353-43D8-9816-982F7D2B2055}">
      <dgm:prSet/>
      <dgm:spPr/>
      <dgm:t>
        <a:bodyPr/>
        <a:lstStyle/>
        <a:p>
          <a:endParaRPr lang="en-US"/>
        </a:p>
      </dgm:t>
    </dgm:pt>
    <dgm:pt modelId="{0F4D6835-E64D-417A-A035-82A743812BCD}">
      <dgm:prSet/>
      <dgm:spPr/>
      <dgm:t>
        <a:bodyPr/>
        <a:lstStyle/>
        <a:p>
          <a:r>
            <a:rPr lang="en-US" dirty="0"/>
            <a:t>Sales department has the second highest attrition.</a:t>
          </a:r>
        </a:p>
      </dgm:t>
    </dgm:pt>
    <dgm:pt modelId="{CF07D76E-3433-482F-AA40-2168D912C24D}" type="parTrans" cxnId="{E1F2C522-473E-420C-90A4-74F452D634E9}">
      <dgm:prSet/>
      <dgm:spPr/>
      <dgm:t>
        <a:bodyPr/>
        <a:lstStyle/>
        <a:p>
          <a:endParaRPr lang="en-US"/>
        </a:p>
      </dgm:t>
    </dgm:pt>
    <dgm:pt modelId="{5C3A2492-BFA3-4C43-B20E-8F9AF8869895}" type="sibTrans" cxnId="{E1F2C522-473E-420C-90A4-74F452D634E9}">
      <dgm:prSet/>
      <dgm:spPr/>
      <dgm:t>
        <a:bodyPr/>
        <a:lstStyle/>
        <a:p>
          <a:endParaRPr lang="en-US"/>
        </a:p>
      </dgm:t>
    </dgm:pt>
    <dgm:pt modelId="{B4DC94DC-C262-4F24-BC06-0DC241735306}">
      <dgm:prSet/>
      <dgm:spPr/>
      <dgm:t>
        <a:bodyPr/>
        <a:lstStyle/>
        <a:p>
          <a:r>
            <a:rPr lang="en-US" dirty="0"/>
            <a:t>Male employees accounted for approximately 63% of total attrition.</a:t>
          </a:r>
        </a:p>
      </dgm:t>
    </dgm:pt>
    <dgm:pt modelId="{77A57EAE-8BBA-4087-A619-89223654A708}" type="parTrans" cxnId="{648B0BFA-D466-445D-996D-6C729118A9FC}">
      <dgm:prSet/>
      <dgm:spPr/>
      <dgm:t>
        <a:bodyPr/>
        <a:lstStyle/>
        <a:p>
          <a:endParaRPr lang="en-US"/>
        </a:p>
      </dgm:t>
    </dgm:pt>
    <dgm:pt modelId="{9626A827-5799-453C-AE9D-AF0DE472AB4C}" type="sibTrans" cxnId="{648B0BFA-D466-445D-996D-6C729118A9FC}">
      <dgm:prSet/>
      <dgm:spPr/>
      <dgm:t>
        <a:bodyPr/>
        <a:lstStyle/>
        <a:p>
          <a:endParaRPr lang="en-US"/>
        </a:p>
      </dgm:t>
    </dgm:pt>
    <dgm:pt modelId="{829190F2-5F7A-4BE4-90C7-08987A75A9D1}">
      <dgm:prSet/>
      <dgm:spPr/>
      <dgm:t>
        <a:bodyPr/>
        <a:lstStyle/>
        <a:p>
          <a:r>
            <a:rPr lang="en-US" dirty="0"/>
            <a:t>Female employees accounted for approximately 37%.</a:t>
          </a:r>
        </a:p>
      </dgm:t>
    </dgm:pt>
    <dgm:pt modelId="{40409615-E7EF-4FF5-9920-DA762FF60A1E}" type="parTrans" cxnId="{8A51AE0D-68CD-4754-8279-33B6E363BAE9}">
      <dgm:prSet/>
      <dgm:spPr/>
      <dgm:t>
        <a:bodyPr/>
        <a:lstStyle/>
        <a:p>
          <a:endParaRPr lang="en-US"/>
        </a:p>
      </dgm:t>
    </dgm:pt>
    <dgm:pt modelId="{4B422D52-5A55-41CD-B544-27E8A53520B7}" type="sibTrans" cxnId="{8A51AE0D-68CD-4754-8279-33B6E363BAE9}">
      <dgm:prSet/>
      <dgm:spPr/>
      <dgm:t>
        <a:bodyPr/>
        <a:lstStyle/>
        <a:p>
          <a:endParaRPr lang="en-US"/>
        </a:p>
      </dgm:t>
    </dgm:pt>
    <dgm:pt modelId="{B5E92FC2-FC79-42D8-B9F2-711EA3239AE4}" type="pres">
      <dgm:prSet presAssocID="{C29F8FC1-BE17-4E4A-9C01-A0A3E0ABDD99}" presName="vert0" presStyleCnt="0">
        <dgm:presLayoutVars>
          <dgm:dir/>
          <dgm:animOne val="branch"/>
          <dgm:animLvl val="lvl"/>
        </dgm:presLayoutVars>
      </dgm:prSet>
      <dgm:spPr/>
    </dgm:pt>
    <dgm:pt modelId="{8056508B-A7AA-4901-81A2-116AE1C4CE72}" type="pres">
      <dgm:prSet presAssocID="{84872E69-47D7-40DF-8F1A-685BB47BAF79}" presName="thickLine" presStyleLbl="alignNode1" presStyleIdx="0" presStyleCnt="1"/>
      <dgm:spPr/>
    </dgm:pt>
    <dgm:pt modelId="{2A5786EA-76C4-4AA4-8D44-50565D0DC2F5}" type="pres">
      <dgm:prSet presAssocID="{84872E69-47D7-40DF-8F1A-685BB47BAF79}" presName="horz1" presStyleCnt="0"/>
      <dgm:spPr/>
    </dgm:pt>
    <dgm:pt modelId="{59827A6F-B7DE-49E5-BC3A-5CA6B3534DE6}" type="pres">
      <dgm:prSet presAssocID="{84872E69-47D7-40DF-8F1A-685BB47BAF79}" presName="tx1" presStyleLbl="revTx" presStyleIdx="0" presStyleCnt="5"/>
      <dgm:spPr/>
    </dgm:pt>
    <dgm:pt modelId="{A0F63B09-9DC4-46AC-A2F7-C3B9210123D6}" type="pres">
      <dgm:prSet presAssocID="{84872E69-47D7-40DF-8F1A-685BB47BAF79}" presName="vert1" presStyleCnt="0"/>
      <dgm:spPr/>
    </dgm:pt>
    <dgm:pt modelId="{750402F0-BE18-4D30-82C5-8391D10AFC77}" type="pres">
      <dgm:prSet presAssocID="{4948971C-2F5C-48D1-B60D-7AA4918F4FDC}" presName="vertSpace2a" presStyleCnt="0"/>
      <dgm:spPr/>
    </dgm:pt>
    <dgm:pt modelId="{CFCF9FEB-F790-4E46-A964-5F99663AAA1B}" type="pres">
      <dgm:prSet presAssocID="{4948971C-2F5C-48D1-B60D-7AA4918F4FDC}" presName="horz2" presStyleCnt="0"/>
      <dgm:spPr/>
    </dgm:pt>
    <dgm:pt modelId="{0011CA03-353C-47A4-8F11-7ECB23ED6B8C}" type="pres">
      <dgm:prSet presAssocID="{4948971C-2F5C-48D1-B60D-7AA4918F4FDC}" presName="horzSpace2" presStyleCnt="0"/>
      <dgm:spPr/>
    </dgm:pt>
    <dgm:pt modelId="{1F1BCA80-7D8B-402E-9934-41726AFDFD4D}" type="pres">
      <dgm:prSet presAssocID="{4948971C-2F5C-48D1-B60D-7AA4918F4FDC}" presName="tx2" presStyleLbl="revTx" presStyleIdx="1" presStyleCnt="5"/>
      <dgm:spPr/>
    </dgm:pt>
    <dgm:pt modelId="{B6CA69B9-C35A-432F-9482-15198B42C1E7}" type="pres">
      <dgm:prSet presAssocID="{4948971C-2F5C-48D1-B60D-7AA4918F4FDC}" presName="vert2" presStyleCnt="0"/>
      <dgm:spPr/>
    </dgm:pt>
    <dgm:pt modelId="{2EF50D09-B2AA-41FD-BDE0-1586013A1482}" type="pres">
      <dgm:prSet presAssocID="{4948971C-2F5C-48D1-B60D-7AA4918F4FDC}" presName="thinLine2b" presStyleLbl="callout" presStyleIdx="0" presStyleCnt="4"/>
      <dgm:spPr/>
    </dgm:pt>
    <dgm:pt modelId="{9E05E101-92E6-45AA-B779-30FAF02AECF0}" type="pres">
      <dgm:prSet presAssocID="{4948971C-2F5C-48D1-B60D-7AA4918F4FDC}" presName="vertSpace2b" presStyleCnt="0"/>
      <dgm:spPr/>
    </dgm:pt>
    <dgm:pt modelId="{D3E1BDFF-E0C9-43CB-93F0-459A3ED8B12C}" type="pres">
      <dgm:prSet presAssocID="{0F4D6835-E64D-417A-A035-82A743812BCD}" presName="horz2" presStyleCnt="0"/>
      <dgm:spPr/>
    </dgm:pt>
    <dgm:pt modelId="{F03C2B87-F552-4B82-B926-F197A9C7C73B}" type="pres">
      <dgm:prSet presAssocID="{0F4D6835-E64D-417A-A035-82A743812BCD}" presName="horzSpace2" presStyleCnt="0"/>
      <dgm:spPr/>
    </dgm:pt>
    <dgm:pt modelId="{F0A1083A-2364-41D8-A8D6-A3590A1FC78B}" type="pres">
      <dgm:prSet presAssocID="{0F4D6835-E64D-417A-A035-82A743812BCD}" presName="tx2" presStyleLbl="revTx" presStyleIdx="2" presStyleCnt="5"/>
      <dgm:spPr/>
    </dgm:pt>
    <dgm:pt modelId="{AEA542F7-0DCA-4B99-B6ED-07F0EF331A16}" type="pres">
      <dgm:prSet presAssocID="{0F4D6835-E64D-417A-A035-82A743812BCD}" presName="vert2" presStyleCnt="0"/>
      <dgm:spPr/>
    </dgm:pt>
    <dgm:pt modelId="{29C0569B-71E3-4A8F-9726-BF87F8E2F2B3}" type="pres">
      <dgm:prSet presAssocID="{0F4D6835-E64D-417A-A035-82A743812BCD}" presName="thinLine2b" presStyleLbl="callout" presStyleIdx="1" presStyleCnt="4"/>
      <dgm:spPr/>
    </dgm:pt>
    <dgm:pt modelId="{5440D285-8D5A-4E10-AAAA-01DA6A83CC14}" type="pres">
      <dgm:prSet presAssocID="{0F4D6835-E64D-417A-A035-82A743812BCD}" presName="vertSpace2b" presStyleCnt="0"/>
      <dgm:spPr/>
    </dgm:pt>
    <dgm:pt modelId="{151A3931-E0BE-4809-9470-6DEF807540EC}" type="pres">
      <dgm:prSet presAssocID="{B4DC94DC-C262-4F24-BC06-0DC241735306}" presName="horz2" presStyleCnt="0"/>
      <dgm:spPr/>
    </dgm:pt>
    <dgm:pt modelId="{AE36D53D-431C-40A6-90D9-5C5F2DA7044A}" type="pres">
      <dgm:prSet presAssocID="{B4DC94DC-C262-4F24-BC06-0DC241735306}" presName="horzSpace2" presStyleCnt="0"/>
      <dgm:spPr/>
    </dgm:pt>
    <dgm:pt modelId="{3FDCD0BE-7EA5-425D-A9C4-BF89D048D6D3}" type="pres">
      <dgm:prSet presAssocID="{B4DC94DC-C262-4F24-BC06-0DC241735306}" presName="tx2" presStyleLbl="revTx" presStyleIdx="3" presStyleCnt="5"/>
      <dgm:spPr/>
    </dgm:pt>
    <dgm:pt modelId="{5592056C-E542-4D08-951F-285516291DB8}" type="pres">
      <dgm:prSet presAssocID="{B4DC94DC-C262-4F24-BC06-0DC241735306}" presName="vert2" presStyleCnt="0"/>
      <dgm:spPr/>
    </dgm:pt>
    <dgm:pt modelId="{A8CCA02A-1AE8-40A7-9CAC-FA4FDC606EF5}" type="pres">
      <dgm:prSet presAssocID="{B4DC94DC-C262-4F24-BC06-0DC241735306}" presName="thinLine2b" presStyleLbl="callout" presStyleIdx="2" presStyleCnt="4"/>
      <dgm:spPr/>
    </dgm:pt>
    <dgm:pt modelId="{BB68B36D-1E3F-4A4E-BDFB-D09CCB3BF72E}" type="pres">
      <dgm:prSet presAssocID="{B4DC94DC-C262-4F24-BC06-0DC241735306}" presName="vertSpace2b" presStyleCnt="0"/>
      <dgm:spPr/>
    </dgm:pt>
    <dgm:pt modelId="{82CC476C-8A67-4F73-BB85-BAFCBF976164}" type="pres">
      <dgm:prSet presAssocID="{829190F2-5F7A-4BE4-90C7-08987A75A9D1}" presName="horz2" presStyleCnt="0"/>
      <dgm:spPr/>
    </dgm:pt>
    <dgm:pt modelId="{AB3D76F8-502A-4712-93C8-3CF23D310366}" type="pres">
      <dgm:prSet presAssocID="{829190F2-5F7A-4BE4-90C7-08987A75A9D1}" presName="horzSpace2" presStyleCnt="0"/>
      <dgm:spPr/>
    </dgm:pt>
    <dgm:pt modelId="{2740AD9D-1912-4740-ACD0-206FEA231596}" type="pres">
      <dgm:prSet presAssocID="{829190F2-5F7A-4BE4-90C7-08987A75A9D1}" presName="tx2" presStyleLbl="revTx" presStyleIdx="4" presStyleCnt="5"/>
      <dgm:spPr/>
    </dgm:pt>
    <dgm:pt modelId="{D7B2152F-0E57-4692-946A-2FBEBD1E82DA}" type="pres">
      <dgm:prSet presAssocID="{829190F2-5F7A-4BE4-90C7-08987A75A9D1}" presName="vert2" presStyleCnt="0"/>
      <dgm:spPr/>
    </dgm:pt>
    <dgm:pt modelId="{AE288499-DA01-4D35-A500-BFA159D74252}" type="pres">
      <dgm:prSet presAssocID="{829190F2-5F7A-4BE4-90C7-08987A75A9D1}" presName="thinLine2b" presStyleLbl="callout" presStyleIdx="3" presStyleCnt="4"/>
      <dgm:spPr/>
    </dgm:pt>
    <dgm:pt modelId="{D2946118-24E4-4507-B3CE-2B1867377EC8}" type="pres">
      <dgm:prSet presAssocID="{829190F2-5F7A-4BE4-90C7-08987A75A9D1}" presName="vertSpace2b" presStyleCnt="0"/>
      <dgm:spPr/>
    </dgm:pt>
  </dgm:ptLst>
  <dgm:cxnLst>
    <dgm:cxn modelId="{8A51AE0D-68CD-4754-8279-33B6E363BAE9}" srcId="{84872E69-47D7-40DF-8F1A-685BB47BAF79}" destId="{829190F2-5F7A-4BE4-90C7-08987A75A9D1}" srcOrd="3" destOrd="0" parTransId="{40409615-E7EF-4FF5-9920-DA762FF60A1E}" sibTransId="{4B422D52-5A55-41CD-B544-27E8A53520B7}"/>
    <dgm:cxn modelId="{E1F2C522-473E-420C-90A4-74F452D634E9}" srcId="{84872E69-47D7-40DF-8F1A-685BB47BAF79}" destId="{0F4D6835-E64D-417A-A035-82A743812BCD}" srcOrd="1" destOrd="0" parTransId="{CF07D76E-3433-482F-AA40-2168D912C24D}" sibTransId="{5C3A2492-BFA3-4C43-B20E-8F9AF8869895}"/>
    <dgm:cxn modelId="{2F049234-5FC5-4BDF-ABF2-C5304BFCCB3A}" type="presOf" srcId="{C29F8FC1-BE17-4E4A-9C01-A0A3E0ABDD99}" destId="{B5E92FC2-FC79-42D8-B9F2-711EA3239AE4}" srcOrd="0" destOrd="0" presId="urn:microsoft.com/office/officeart/2008/layout/LinedList"/>
    <dgm:cxn modelId="{02CDDB46-079B-4C3D-B3D8-45A9B7AD738B}" type="presOf" srcId="{B4DC94DC-C262-4F24-BC06-0DC241735306}" destId="{3FDCD0BE-7EA5-425D-A9C4-BF89D048D6D3}" srcOrd="0" destOrd="0" presId="urn:microsoft.com/office/officeart/2008/layout/LinedList"/>
    <dgm:cxn modelId="{851F1949-6413-41DF-9408-D3A4FDFE3A1A}" srcId="{C29F8FC1-BE17-4E4A-9C01-A0A3E0ABDD99}" destId="{84872E69-47D7-40DF-8F1A-685BB47BAF79}" srcOrd="0" destOrd="0" parTransId="{81A178CF-8885-4B45-8145-57A20F2AF86A}" sibTransId="{3C6CB026-5CA7-46C9-82B7-4156877D28F9}"/>
    <dgm:cxn modelId="{89FB94B8-8664-49C8-BF1C-9C597AA9E6C4}" type="presOf" srcId="{0F4D6835-E64D-417A-A035-82A743812BCD}" destId="{F0A1083A-2364-41D8-A8D6-A3590A1FC78B}" srcOrd="0" destOrd="0" presId="urn:microsoft.com/office/officeart/2008/layout/LinedList"/>
    <dgm:cxn modelId="{A232E4BB-A353-43D8-9816-982F7D2B2055}" srcId="{84872E69-47D7-40DF-8F1A-685BB47BAF79}" destId="{4948971C-2F5C-48D1-B60D-7AA4918F4FDC}" srcOrd="0" destOrd="0" parTransId="{CE4D446A-7C76-4C92-AB9A-8DBD32DD6ADA}" sibTransId="{B40539B1-FB7F-4DA4-BA7F-73D79F72BB11}"/>
    <dgm:cxn modelId="{C3A9BFCF-35D1-4438-90FE-039B8A3D47CB}" type="presOf" srcId="{84872E69-47D7-40DF-8F1A-685BB47BAF79}" destId="{59827A6F-B7DE-49E5-BC3A-5CA6B3534DE6}" srcOrd="0" destOrd="0" presId="urn:microsoft.com/office/officeart/2008/layout/LinedList"/>
    <dgm:cxn modelId="{D70DB6E0-758D-4FED-AFDB-EE1C974F5D16}" type="presOf" srcId="{829190F2-5F7A-4BE4-90C7-08987A75A9D1}" destId="{2740AD9D-1912-4740-ACD0-206FEA231596}" srcOrd="0" destOrd="0" presId="urn:microsoft.com/office/officeart/2008/layout/LinedList"/>
    <dgm:cxn modelId="{648B0BFA-D466-445D-996D-6C729118A9FC}" srcId="{84872E69-47D7-40DF-8F1A-685BB47BAF79}" destId="{B4DC94DC-C262-4F24-BC06-0DC241735306}" srcOrd="2" destOrd="0" parTransId="{77A57EAE-8BBA-4087-A619-89223654A708}" sibTransId="{9626A827-5799-453C-AE9D-AF0DE472AB4C}"/>
    <dgm:cxn modelId="{EACAF2FF-7649-48B5-98CB-1695C0B43E4B}" type="presOf" srcId="{4948971C-2F5C-48D1-B60D-7AA4918F4FDC}" destId="{1F1BCA80-7D8B-402E-9934-41726AFDFD4D}" srcOrd="0" destOrd="0" presId="urn:microsoft.com/office/officeart/2008/layout/LinedList"/>
    <dgm:cxn modelId="{FF0CDC50-42DD-4B3B-AB4D-4EE56EE67EAE}" type="presParOf" srcId="{B5E92FC2-FC79-42D8-B9F2-711EA3239AE4}" destId="{8056508B-A7AA-4901-81A2-116AE1C4CE72}" srcOrd="0" destOrd="0" presId="urn:microsoft.com/office/officeart/2008/layout/LinedList"/>
    <dgm:cxn modelId="{3D9A32EC-0EA6-4D91-B377-4F24A01930FE}" type="presParOf" srcId="{B5E92FC2-FC79-42D8-B9F2-711EA3239AE4}" destId="{2A5786EA-76C4-4AA4-8D44-50565D0DC2F5}" srcOrd="1" destOrd="0" presId="urn:microsoft.com/office/officeart/2008/layout/LinedList"/>
    <dgm:cxn modelId="{97A95A03-9569-4187-829C-7222D9AA6225}" type="presParOf" srcId="{2A5786EA-76C4-4AA4-8D44-50565D0DC2F5}" destId="{59827A6F-B7DE-49E5-BC3A-5CA6B3534DE6}" srcOrd="0" destOrd="0" presId="urn:microsoft.com/office/officeart/2008/layout/LinedList"/>
    <dgm:cxn modelId="{0EE70900-3B6E-4C84-849E-E801DE87C5C3}" type="presParOf" srcId="{2A5786EA-76C4-4AA4-8D44-50565D0DC2F5}" destId="{A0F63B09-9DC4-46AC-A2F7-C3B9210123D6}" srcOrd="1" destOrd="0" presId="urn:microsoft.com/office/officeart/2008/layout/LinedList"/>
    <dgm:cxn modelId="{2D3BA63D-6B0C-497F-A4C3-3D250C085D19}" type="presParOf" srcId="{A0F63B09-9DC4-46AC-A2F7-C3B9210123D6}" destId="{750402F0-BE18-4D30-82C5-8391D10AFC77}" srcOrd="0" destOrd="0" presId="urn:microsoft.com/office/officeart/2008/layout/LinedList"/>
    <dgm:cxn modelId="{EA7F6D7B-3CBE-44A1-9042-EE0038E02D58}" type="presParOf" srcId="{A0F63B09-9DC4-46AC-A2F7-C3B9210123D6}" destId="{CFCF9FEB-F790-4E46-A964-5F99663AAA1B}" srcOrd="1" destOrd="0" presId="urn:microsoft.com/office/officeart/2008/layout/LinedList"/>
    <dgm:cxn modelId="{8C31E0DB-D922-45B3-BB35-03FFD2FE32A2}" type="presParOf" srcId="{CFCF9FEB-F790-4E46-A964-5F99663AAA1B}" destId="{0011CA03-353C-47A4-8F11-7ECB23ED6B8C}" srcOrd="0" destOrd="0" presId="urn:microsoft.com/office/officeart/2008/layout/LinedList"/>
    <dgm:cxn modelId="{176FE063-66A0-490F-9387-9971C861385E}" type="presParOf" srcId="{CFCF9FEB-F790-4E46-A964-5F99663AAA1B}" destId="{1F1BCA80-7D8B-402E-9934-41726AFDFD4D}" srcOrd="1" destOrd="0" presId="urn:microsoft.com/office/officeart/2008/layout/LinedList"/>
    <dgm:cxn modelId="{0DAD5325-3317-4FD9-B94F-C7E6F5588399}" type="presParOf" srcId="{CFCF9FEB-F790-4E46-A964-5F99663AAA1B}" destId="{B6CA69B9-C35A-432F-9482-15198B42C1E7}" srcOrd="2" destOrd="0" presId="urn:microsoft.com/office/officeart/2008/layout/LinedList"/>
    <dgm:cxn modelId="{6C3C6AC0-B8CD-4F08-9499-0C5D2BBCBF21}" type="presParOf" srcId="{A0F63B09-9DC4-46AC-A2F7-C3B9210123D6}" destId="{2EF50D09-B2AA-41FD-BDE0-1586013A1482}" srcOrd="2" destOrd="0" presId="urn:microsoft.com/office/officeart/2008/layout/LinedList"/>
    <dgm:cxn modelId="{13128A45-7D3B-4D73-9584-6DD291F8BB86}" type="presParOf" srcId="{A0F63B09-9DC4-46AC-A2F7-C3B9210123D6}" destId="{9E05E101-92E6-45AA-B779-30FAF02AECF0}" srcOrd="3" destOrd="0" presId="urn:microsoft.com/office/officeart/2008/layout/LinedList"/>
    <dgm:cxn modelId="{ABFF87E4-5EAA-43D2-A9BE-2A206B719447}" type="presParOf" srcId="{A0F63B09-9DC4-46AC-A2F7-C3B9210123D6}" destId="{D3E1BDFF-E0C9-43CB-93F0-459A3ED8B12C}" srcOrd="4" destOrd="0" presId="urn:microsoft.com/office/officeart/2008/layout/LinedList"/>
    <dgm:cxn modelId="{E6485695-6D57-4B1B-9CE5-80A3968E03A6}" type="presParOf" srcId="{D3E1BDFF-E0C9-43CB-93F0-459A3ED8B12C}" destId="{F03C2B87-F552-4B82-B926-F197A9C7C73B}" srcOrd="0" destOrd="0" presId="urn:microsoft.com/office/officeart/2008/layout/LinedList"/>
    <dgm:cxn modelId="{D0410B57-598D-4055-BA46-2A992BBA7E8D}" type="presParOf" srcId="{D3E1BDFF-E0C9-43CB-93F0-459A3ED8B12C}" destId="{F0A1083A-2364-41D8-A8D6-A3590A1FC78B}" srcOrd="1" destOrd="0" presId="urn:microsoft.com/office/officeart/2008/layout/LinedList"/>
    <dgm:cxn modelId="{653A6017-8DA9-4C21-B01C-2A5E9CA85A14}" type="presParOf" srcId="{D3E1BDFF-E0C9-43CB-93F0-459A3ED8B12C}" destId="{AEA542F7-0DCA-4B99-B6ED-07F0EF331A16}" srcOrd="2" destOrd="0" presId="urn:microsoft.com/office/officeart/2008/layout/LinedList"/>
    <dgm:cxn modelId="{70DCF4ED-F4FA-42B5-AE39-3E6731FD58BF}" type="presParOf" srcId="{A0F63B09-9DC4-46AC-A2F7-C3B9210123D6}" destId="{29C0569B-71E3-4A8F-9726-BF87F8E2F2B3}" srcOrd="5" destOrd="0" presId="urn:microsoft.com/office/officeart/2008/layout/LinedList"/>
    <dgm:cxn modelId="{8F4B125B-21D8-471A-85E2-011CFE193411}" type="presParOf" srcId="{A0F63B09-9DC4-46AC-A2F7-C3B9210123D6}" destId="{5440D285-8D5A-4E10-AAAA-01DA6A83CC14}" srcOrd="6" destOrd="0" presId="urn:microsoft.com/office/officeart/2008/layout/LinedList"/>
    <dgm:cxn modelId="{36A730D1-F1D8-44D6-A9DE-AB6794E88687}" type="presParOf" srcId="{A0F63B09-9DC4-46AC-A2F7-C3B9210123D6}" destId="{151A3931-E0BE-4809-9470-6DEF807540EC}" srcOrd="7" destOrd="0" presId="urn:microsoft.com/office/officeart/2008/layout/LinedList"/>
    <dgm:cxn modelId="{A3D9C52E-BA35-4EBB-9FC1-9E23E600DA16}" type="presParOf" srcId="{151A3931-E0BE-4809-9470-6DEF807540EC}" destId="{AE36D53D-431C-40A6-90D9-5C5F2DA7044A}" srcOrd="0" destOrd="0" presId="urn:microsoft.com/office/officeart/2008/layout/LinedList"/>
    <dgm:cxn modelId="{EB3578F4-E78A-488B-B57B-316D7F1B56B1}" type="presParOf" srcId="{151A3931-E0BE-4809-9470-6DEF807540EC}" destId="{3FDCD0BE-7EA5-425D-A9C4-BF89D048D6D3}" srcOrd="1" destOrd="0" presId="urn:microsoft.com/office/officeart/2008/layout/LinedList"/>
    <dgm:cxn modelId="{A64367E2-27B2-467D-92D4-7A8062BBC489}" type="presParOf" srcId="{151A3931-E0BE-4809-9470-6DEF807540EC}" destId="{5592056C-E542-4D08-951F-285516291DB8}" srcOrd="2" destOrd="0" presId="urn:microsoft.com/office/officeart/2008/layout/LinedList"/>
    <dgm:cxn modelId="{3E63C1AE-8121-4C05-BE79-5ADA85CB4389}" type="presParOf" srcId="{A0F63B09-9DC4-46AC-A2F7-C3B9210123D6}" destId="{A8CCA02A-1AE8-40A7-9CAC-FA4FDC606EF5}" srcOrd="8" destOrd="0" presId="urn:microsoft.com/office/officeart/2008/layout/LinedList"/>
    <dgm:cxn modelId="{B5C317D8-A501-4FE7-9F65-120A31564096}" type="presParOf" srcId="{A0F63B09-9DC4-46AC-A2F7-C3B9210123D6}" destId="{BB68B36D-1E3F-4A4E-BDFB-D09CCB3BF72E}" srcOrd="9" destOrd="0" presId="urn:microsoft.com/office/officeart/2008/layout/LinedList"/>
    <dgm:cxn modelId="{2E340AE4-2B69-4226-A811-D9F3E1997FAE}" type="presParOf" srcId="{A0F63B09-9DC4-46AC-A2F7-C3B9210123D6}" destId="{82CC476C-8A67-4F73-BB85-BAFCBF976164}" srcOrd="10" destOrd="0" presId="urn:microsoft.com/office/officeart/2008/layout/LinedList"/>
    <dgm:cxn modelId="{1FCE8F21-14AC-4CCF-BAD0-5A1E0E79743D}" type="presParOf" srcId="{82CC476C-8A67-4F73-BB85-BAFCBF976164}" destId="{AB3D76F8-502A-4712-93C8-3CF23D310366}" srcOrd="0" destOrd="0" presId="urn:microsoft.com/office/officeart/2008/layout/LinedList"/>
    <dgm:cxn modelId="{095830EF-2419-4C46-880D-5E363559F2ED}" type="presParOf" srcId="{82CC476C-8A67-4F73-BB85-BAFCBF976164}" destId="{2740AD9D-1912-4740-ACD0-206FEA231596}" srcOrd="1" destOrd="0" presId="urn:microsoft.com/office/officeart/2008/layout/LinedList"/>
    <dgm:cxn modelId="{CD2CC8EC-ABA2-4398-BF78-F246F278BF47}" type="presParOf" srcId="{82CC476C-8A67-4F73-BB85-BAFCBF976164}" destId="{D7B2152F-0E57-4692-946A-2FBEBD1E82DA}" srcOrd="2" destOrd="0" presId="urn:microsoft.com/office/officeart/2008/layout/LinedList"/>
    <dgm:cxn modelId="{C12A1DBC-8E86-48F9-A66C-87A162170743}" type="presParOf" srcId="{A0F63B09-9DC4-46AC-A2F7-C3B9210123D6}" destId="{AE288499-DA01-4D35-A500-BFA159D74252}" srcOrd="11" destOrd="0" presId="urn:microsoft.com/office/officeart/2008/layout/LinedList"/>
    <dgm:cxn modelId="{2F675E22-FCAF-42B7-ABD4-CC08C62136F8}" type="presParOf" srcId="{A0F63B09-9DC4-46AC-A2F7-C3B9210123D6}" destId="{D2946118-24E4-4507-B3CE-2B1867377EC8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9F8FC1-BE17-4E4A-9C01-A0A3E0ABDD9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872E69-47D7-40DF-8F1A-685BB47BAF79}">
      <dgm:prSet/>
      <dgm:spPr/>
      <dgm:t>
        <a:bodyPr/>
        <a:lstStyle/>
        <a:p>
          <a:r>
            <a:rPr lang="en-US" b="1"/>
            <a:t>Insights</a:t>
          </a:r>
          <a:endParaRPr lang="en-US"/>
        </a:p>
      </dgm:t>
    </dgm:pt>
    <dgm:pt modelId="{81A178CF-8885-4B45-8145-57A20F2AF86A}" type="parTrans" cxnId="{851F1949-6413-41DF-9408-D3A4FDFE3A1A}">
      <dgm:prSet/>
      <dgm:spPr/>
      <dgm:t>
        <a:bodyPr/>
        <a:lstStyle/>
        <a:p>
          <a:endParaRPr lang="en-US"/>
        </a:p>
      </dgm:t>
    </dgm:pt>
    <dgm:pt modelId="{3C6CB026-5CA7-46C9-82B7-4156877D28F9}" type="sibTrans" cxnId="{851F1949-6413-41DF-9408-D3A4FDFE3A1A}">
      <dgm:prSet/>
      <dgm:spPr/>
      <dgm:t>
        <a:bodyPr/>
        <a:lstStyle/>
        <a:p>
          <a:endParaRPr lang="en-US"/>
        </a:p>
      </dgm:t>
    </dgm:pt>
    <dgm:pt modelId="{4948971C-2F5C-48D1-B60D-7AA4918F4FDC}">
      <dgm:prSet/>
      <dgm:spPr/>
      <dgm:t>
        <a:bodyPr/>
        <a:lstStyle/>
        <a:p>
          <a:r>
            <a:rPr lang="en-US" dirty="0"/>
            <a:t>Employees in the Low salary category experienced significantly higher attrition </a:t>
          </a:r>
        </a:p>
      </dgm:t>
    </dgm:pt>
    <dgm:pt modelId="{CE4D446A-7C76-4C92-AB9A-8DBD32DD6ADA}" type="parTrans" cxnId="{A232E4BB-A353-43D8-9816-982F7D2B2055}">
      <dgm:prSet/>
      <dgm:spPr/>
      <dgm:t>
        <a:bodyPr/>
        <a:lstStyle/>
        <a:p>
          <a:endParaRPr lang="en-US"/>
        </a:p>
      </dgm:t>
    </dgm:pt>
    <dgm:pt modelId="{B40539B1-FB7F-4DA4-BA7F-73D79F72BB11}" type="sibTrans" cxnId="{A232E4BB-A353-43D8-9816-982F7D2B2055}">
      <dgm:prSet/>
      <dgm:spPr/>
      <dgm:t>
        <a:bodyPr/>
        <a:lstStyle/>
        <a:p>
          <a:endParaRPr lang="en-US"/>
        </a:p>
      </dgm:t>
    </dgm:pt>
    <dgm:pt modelId="{0F4D6835-E64D-417A-A035-82A743812BCD}">
      <dgm:prSet/>
      <dgm:spPr/>
      <dgm:t>
        <a:bodyPr/>
        <a:lstStyle/>
        <a:p>
          <a:r>
            <a:rPr lang="en-US" dirty="0"/>
            <a:t>Medium and High Salary  groups showed much lower turnover. </a:t>
          </a:r>
        </a:p>
      </dgm:t>
    </dgm:pt>
    <dgm:pt modelId="{CF07D76E-3433-482F-AA40-2168D912C24D}" type="parTrans" cxnId="{E1F2C522-473E-420C-90A4-74F452D634E9}">
      <dgm:prSet/>
      <dgm:spPr/>
      <dgm:t>
        <a:bodyPr/>
        <a:lstStyle/>
        <a:p>
          <a:endParaRPr lang="en-US"/>
        </a:p>
      </dgm:t>
    </dgm:pt>
    <dgm:pt modelId="{5C3A2492-BFA3-4C43-B20E-8F9AF8869895}" type="sibTrans" cxnId="{E1F2C522-473E-420C-90A4-74F452D634E9}">
      <dgm:prSet/>
      <dgm:spPr/>
      <dgm:t>
        <a:bodyPr/>
        <a:lstStyle/>
        <a:p>
          <a:endParaRPr lang="en-US"/>
        </a:p>
      </dgm:t>
    </dgm:pt>
    <dgm:pt modelId="{B4DC94DC-C262-4F24-BC06-0DC241735306}">
      <dgm:prSet/>
      <dgm:spPr/>
      <dgm:t>
        <a:bodyPr/>
        <a:lstStyle/>
        <a:p>
          <a:r>
            <a:rPr lang="en-US" dirty="0"/>
            <a:t>Employees working overtime represented majority of attrition cases.</a:t>
          </a:r>
        </a:p>
      </dgm:t>
    </dgm:pt>
    <dgm:pt modelId="{77A57EAE-8BBA-4087-A619-89223654A708}" type="parTrans" cxnId="{648B0BFA-D466-445D-996D-6C729118A9FC}">
      <dgm:prSet/>
      <dgm:spPr/>
      <dgm:t>
        <a:bodyPr/>
        <a:lstStyle/>
        <a:p>
          <a:endParaRPr lang="en-US"/>
        </a:p>
      </dgm:t>
    </dgm:pt>
    <dgm:pt modelId="{9626A827-5799-453C-AE9D-AF0DE472AB4C}" type="sibTrans" cxnId="{648B0BFA-D466-445D-996D-6C729118A9FC}">
      <dgm:prSet/>
      <dgm:spPr/>
      <dgm:t>
        <a:bodyPr/>
        <a:lstStyle/>
        <a:p>
          <a:endParaRPr lang="en-US"/>
        </a:p>
      </dgm:t>
    </dgm:pt>
    <dgm:pt modelId="{829190F2-5F7A-4BE4-90C7-08987A75A9D1}">
      <dgm:prSet/>
      <dgm:spPr/>
      <dgm:t>
        <a:bodyPr/>
        <a:lstStyle/>
        <a:p>
          <a:r>
            <a:rPr lang="en-US" dirty="0"/>
            <a:t>Overtime appears to be strongly associated with employee turnover.</a:t>
          </a:r>
        </a:p>
      </dgm:t>
    </dgm:pt>
    <dgm:pt modelId="{40409615-E7EF-4FF5-9920-DA762FF60A1E}" type="parTrans" cxnId="{8A51AE0D-68CD-4754-8279-33B6E363BAE9}">
      <dgm:prSet/>
      <dgm:spPr/>
      <dgm:t>
        <a:bodyPr/>
        <a:lstStyle/>
        <a:p>
          <a:endParaRPr lang="en-US"/>
        </a:p>
      </dgm:t>
    </dgm:pt>
    <dgm:pt modelId="{4B422D52-5A55-41CD-B544-27E8A53520B7}" type="sibTrans" cxnId="{8A51AE0D-68CD-4754-8279-33B6E363BAE9}">
      <dgm:prSet/>
      <dgm:spPr/>
      <dgm:t>
        <a:bodyPr/>
        <a:lstStyle/>
        <a:p>
          <a:endParaRPr lang="en-US"/>
        </a:p>
      </dgm:t>
    </dgm:pt>
    <dgm:pt modelId="{B5E92FC2-FC79-42D8-B9F2-711EA3239AE4}" type="pres">
      <dgm:prSet presAssocID="{C29F8FC1-BE17-4E4A-9C01-A0A3E0ABDD99}" presName="vert0" presStyleCnt="0">
        <dgm:presLayoutVars>
          <dgm:dir/>
          <dgm:animOne val="branch"/>
          <dgm:animLvl val="lvl"/>
        </dgm:presLayoutVars>
      </dgm:prSet>
      <dgm:spPr/>
    </dgm:pt>
    <dgm:pt modelId="{8056508B-A7AA-4901-81A2-116AE1C4CE72}" type="pres">
      <dgm:prSet presAssocID="{84872E69-47D7-40DF-8F1A-685BB47BAF79}" presName="thickLine" presStyleLbl="alignNode1" presStyleIdx="0" presStyleCnt="1"/>
      <dgm:spPr/>
    </dgm:pt>
    <dgm:pt modelId="{2A5786EA-76C4-4AA4-8D44-50565D0DC2F5}" type="pres">
      <dgm:prSet presAssocID="{84872E69-47D7-40DF-8F1A-685BB47BAF79}" presName="horz1" presStyleCnt="0"/>
      <dgm:spPr/>
    </dgm:pt>
    <dgm:pt modelId="{59827A6F-B7DE-49E5-BC3A-5CA6B3534DE6}" type="pres">
      <dgm:prSet presAssocID="{84872E69-47D7-40DF-8F1A-685BB47BAF79}" presName="tx1" presStyleLbl="revTx" presStyleIdx="0" presStyleCnt="5"/>
      <dgm:spPr/>
    </dgm:pt>
    <dgm:pt modelId="{A0F63B09-9DC4-46AC-A2F7-C3B9210123D6}" type="pres">
      <dgm:prSet presAssocID="{84872E69-47D7-40DF-8F1A-685BB47BAF79}" presName="vert1" presStyleCnt="0"/>
      <dgm:spPr/>
    </dgm:pt>
    <dgm:pt modelId="{750402F0-BE18-4D30-82C5-8391D10AFC77}" type="pres">
      <dgm:prSet presAssocID="{4948971C-2F5C-48D1-B60D-7AA4918F4FDC}" presName="vertSpace2a" presStyleCnt="0"/>
      <dgm:spPr/>
    </dgm:pt>
    <dgm:pt modelId="{CFCF9FEB-F790-4E46-A964-5F99663AAA1B}" type="pres">
      <dgm:prSet presAssocID="{4948971C-2F5C-48D1-B60D-7AA4918F4FDC}" presName="horz2" presStyleCnt="0"/>
      <dgm:spPr/>
    </dgm:pt>
    <dgm:pt modelId="{0011CA03-353C-47A4-8F11-7ECB23ED6B8C}" type="pres">
      <dgm:prSet presAssocID="{4948971C-2F5C-48D1-B60D-7AA4918F4FDC}" presName="horzSpace2" presStyleCnt="0"/>
      <dgm:spPr/>
    </dgm:pt>
    <dgm:pt modelId="{1F1BCA80-7D8B-402E-9934-41726AFDFD4D}" type="pres">
      <dgm:prSet presAssocID="{4948971C-2F5C-48D1-B60D-7AA4918F4FDC}" presName="tx2" presStyleLbl="revTx" presStyleIdx="1" presStyleCnt="5"/>
      <dgm:spPr/>
    </dgm:pt>
    <dgm:pt modelId="{B6CA69B9-C35A-432F-9482-15198B42C1E7}" type="pres">
      <dgm:prSet presAssocID="{4948971C-2F5C-48D1-B60D-7AA4918F4FDC}" presName="vert2" presStyleCnt="0"/>
      <dgm:spPr/>
    </dgm:pt>
    <dgm:pt modelId="{2EF50D09-B2AA-41FD-BDE0-1586013A1482}" type="pres">
      <dgm:prSet presAssocID="{4948971C-2F5C-48D1-B60D-7AA4918F4FDC}" presName="thinLine2b" presStyleLbl="callout" presStyleIdx="0" presStyleCnt="4"/>
      <dgm:spPr/>
    </dgm:pt>
    <dgm:pt modelId="{9E05E101-92E6-45AA-B779-30FAF02AECF0}" type="pres">
      <dgm:prSet presAssocID="{4948971C-2F5C-48D1-B60D-7AA4918F4FDC}" presName="vertSpace2b" presStyleCnt="0"/>
      <dgm:spPr/>
    </dgm:pt>
    <dgm:pt modelId="{D3E1BDFF-E0C9-43CB-93F0-459A3ED8B12C}" type="pres">
      <dgm:prSet presAssocID="{0F4D6835-E64D-417A-A035-82A743812BCD}" presName="horz2" presStyleCnt="0"/>
      <dgm:spPr/>
    </dgm:pt>
    <dgm:pt modelId="{F03C2B87-F552-4B82-B926-F197A9C7C73B}" type="pres">
      <dgm:prSet presAssocID="{0F4D6835-E64D-417A-A035-82A743812BCD}" presName="horzSpace2" presStyleCnt="0"/>
      <dgm:spPr/>
    </dgm:pt>
    <dgm:pt modelId="{F0A1083A-2364-41D8-A8D6-A3590A1FC78B}" type="pres">
      <dgm:prSet presAssocID="{0F4D6835-E64D-417A-A035-82A743812BCD}" presName="tx2" presStyleLbl="revTx" presStyleIdx="2" presStyleCnt="5"/>
      <dgm:spPr/>
    </dgm:pt>
    <dgm:pt modelId="{AEA542F7-0DCA-4B99-B6ED-07F0EF331A16}" type="pres">
      <dgm:prSet presAssocID="{0F4D6835-E64D-417A-A035-82A743812BCD}" presName="vert2" presStyleCnt="0"/>
      <dgm:spPr/>
    </dgm:pt>
    <dgm:pt modelId="{29C0569B-71E3-4A8F-9726-BF87F8E2F2B3}" type="pres">
      <dgm:prSet presAssocID="{0F4D6835-E64D-417A-A035-82A743812BCD}" presName="thinLine2b" presStyleLbl="callout" presStyleIdx="1" presStyleCnt="4"/>
      <dgm:spPr/>
    </dgm:pt>
    <dgm:pt modelId="{5440D285-8D5A-4E10-AAAA-01DA6A83CC14}" type="pres">
      <dgm:prSet presAssocID="{0F4D6835-E64D-417A-A035-82A743812BCD}" presName="vertSpace2b" presStyleCnt="0"/>
      <dgm:spPr/>
    </dgm:pt>
    <dgm:pt modelId="{151A3931-E0BE-4809-9470-6DEF807540EC}" type="pres">
      <dgm:prSet presAssocID="{B4DC94DC-C262-4F24-BC06-0DC241735306}" presName="horz2" presStyleCnt="0"/>
      <dgm:spPr/>
    </dgm:pt>
    <dgm:pt modelId="{AE36D53D-431C-40A6-90D9-5C5F2DA7044A}" type="pres">
      <dgm:prSet presAssocID="{B4DC94DC-C262-4F24-BC06-0DC241735306}" presName="horzSpace2" presStyleCnt="0"/>
      <dgm:spPr/>
    </dgm:pt>
    <dgm:pt modelId="{3FDCD0BE-7EA5-425D-A9C4-BF89D048D6D3}" type="pres">
      <dgm:prSet presAssocID="{B4DC94DC-C262-4F24-BC06-0DC241735306}" presName="tx2" presStyleLbl="revTx" presStyleIdx="3" presStyleCnt="5"/>
      <dgm:spPr/>
    </dgm:pt>
    <dgm:pt modelId="{5592056C-E542-4D08-951F-285516291DB8}" type="pres">
      <dgm:prSet presAssocID="{B4DC94DC-C262-4F24-BC06-0DC241735306}" presName="vert2" presStyleCnt="0"/>
      <dgm:spPr/>
    </dgm:pt>
    <dgm:pt modelId="{A8CCA02A-1AE8-40A7-9CAC-FA4FDC606EF5}" type="pres">
      <dgm:prSet presAssocID="{B4DC94DC-C262-4F24-BC06-0DC241735306}" presName="thinLine2b" presStyleLbl="callout" presStyleIdx="2" presStyleCnt="4"/>
      <dgm:spPr/>
    </dgm:pt>
    <dgm:pt modelId="{BB68B36D-1E3F-4A4E-BDFB-D09CCB3BF72E}" type="pres">
      <dgm:prSet presAssocID="{B4DC94DC-C262-4F24-BC06-0DC241735306}" presName="vertSpace2b" presStyleCnt="0"/>
      <dgm:spPr/>
    </dgm:pt>
    <dgm:pt modelId="{82CC476C-8A67-4F73-BB85-BAFCBF976164}" type="pres">
      <dgm:prSet presAssocID="{829190F2-5F7A-4BE4-90C7-08987A75A9D1}" presName="horz2" presStyleCnt="0"/>
      <dgm:spPr/>
    </dgm:pt>
    <dgm:pt modelId="{AB3D76F8-502A-4712-93C8-3CF23D310366}" type="pres">
      <dgm:prSet presAssocID="{829190F2-5F7A-4BE4-90C7-08987A75A9D1}" presName="horzSpace2" presStyleCnt="0"/>
      <dgm:spPr/>
    </dgm:pt>
    <dgm:pt modelId="{2740AD9D-1912-4740-ACD0-206FEA231596}" type="pres">
      <dgm:prSet presAssocID="{829190F2-5F7A-4BE4-90C7-08987A75A9D1}" presName="tx2" presStyleLbl="revTx" presStyleIdx="4" presStyleCnt="5"/>
      <dgm:spPr/>
    </dgm:pt>
    <dgm:pt modelId="{D7B2152F-0E57-4692-946A-2FBEBD1E82DA}" type="pres">
      <dgm:prSet presAssocID="{829190F2-5F7A-4BE4-90C7-08987A75A9D1}" presName="vert2" presStyleCnt="0"/>
      <dgm:spPr/>
    </dgm:pt>
    <dgm:pt modelId="{AE288499-DA01-4D35-A500-BFA159D74252}" type="pres">
      <dgm:prSet presAssocID="{829190F2-5F7A-4BE4-90C7-08987A75A9D1}" presName="thinLine2b" presStyleLbl="callout" presStyleIdx="3" presStyleCnt="4"/>
      <dgm:spPr/>
    </dgm:pt>
    <dgm:pt modelId="{D2946118-24E4-4507-B3CE-2B1867377EC8}" type="pres">
      <dgm:prSet presAssocID="{829190F2-5F7A-4BE4-90C7-08987A75A9D1}" presName="vertSpace2b" presStyleCnt="0"/>
      <dgm:spPr/>
    </dgm:pt>
  </dgm:ptLst>
  <dgm:cxnLst>
    <dgm:cxn modelId="{8A51AE0D-68CD-4754-8279-33B6E363BAE9}" srcId="{84872E69-47D7-40DF-8F1A-685BB47BAF79}" destId="{829190F2-5F7A-4BE4-90C7-08987A75A9D1}" srcOrd="3" destOrd="0" parTransId="{40409615-E7EF-4FF5-9920-DA762FF60A1E}" sibTransId="{4B422D52-5A55-41CD-B544-27E8A53520B7}"/>
    <dgm:cxn modelId="{E1F2C522-473E-420C-90A4-74F452D634E9}" srcId="{84872E69-47D7-40DF-8F1A-685BB47BAF79}" destId="{0F4D6835-E64D-417A-A035-82A743812BCD}" srcOrd="1" destOrd="0" parTransId="{CF07D76E-3433-482F-AA40-2168D912C24D}" sibTransId="{5C3A2492-BFA3-4C43-B20E-8F9AF8869895}"/>
    <dgm:cxn modelId="{2F049234-5FC5-4BDF-ABF2-C5304BFCCB3A}" type="presOf" srcId="{C29F8FC1-BE17-4E4A-9C01-A0A3E0ABDD99}" destId="{B5E92FC2-FC79-42D8-B9F2-711EA3239AE4}" srcOrd="0" destOrd="0" presId="urn:microsoft.com/office/officeart/2008/layout/LinedList"/>
    <dgm:cxn modelId="{02CDDB46-079B-4C3D-B3D8-45A9B7AD738B}" type="presOf" srcId="{B4DC94DC-C262-4F24-BC06-0DC241735306}" destId="{3FDCD0BE-7EA5-425D-A9C4-BF89D048D6D3}" srcOrd="0" destOrd="0" presId="urn:microsoft.com/office/officeart/2008/layout/LinedList"/>
    <dgm:cxn modelId="{851F1949-6413-41DF-9408-D3A4FDFE3A1A}" srcId="{C29F8FC1-BE17-4E4A-9C01-A0A3E0ABDD99}" destId="{84872E69-47D7-40DF-8F1A-685BB47BAF79}" srcOrd="0" destOrd="0" parTransId="{81A178CF-8885-4B45-8145-57A20F2AF86A}" sibTransId="{3C6CB026-5CA7-46C9-82B7-4156877D28F9}"/>
    <dgm:cxn modelId="{89FB94B8-8664-49C8-BF1C-9C597AA9E6C4}" type="presOf" srcId="{0F4D6835-E64D-417A-A035-82A743812BCD}" destId="{F0A1083A-2364-41D8-A8D6-A3590A1FC78B}" srcOrd="0" destOrd="0" presId="urn:microsoft.com/office/officeart/2008/layout/LinedList"/>
    <dgm:cxn modelId="{A232E4BB-A353-43D8-9816-982F7D2B2055}" srcId="{84872E69-47D7-40DF-8F1A-685BB47BAF79}" destId="{4948971C-2F5C-48D1-B60D-7AA4918F4FDC}" srcOrd="0" destOrd="0" parTransId="{CE4D446A-7C76-4C92-AB9A-8DBD32DD6ADA}" sibTransId="{B40539B1-FB7F-4DA4-BA7F-73D79F72BB11}"/>
    <dgm:cxn modelId="{C3A9BFCF-35D1-4438-90FE-039B8A3D47CB}" type="presOf" srcId="{84872E69-47D7-40DF-8F1A-685BB47BAF79}" destId="{59827A6F-B7DE-49E5-BC3A-5CA6B3534DE6}" srcOrd="0" destOrd="0" presId="urn:microsoft.com/office/officeart/2008/layout/LinedList"/>
    <dgm:cxn modelId="{D70DB6E0-758D-4FED-AFDB-EE1C974F5D16}" type="presOf" srcId="{829190F2-5F7A-4BE4-90C7-08987A75A9D1}" destId="{2740AD9D-1912-4740-ACD0-206FEA231596}" srcOrd="0" destOrd="0" presId="urn:microsoft.com/office/officeart/2008/layout/LinedList"/>
    <dgm:cxn modelId="{648B0BFA-D466-445D-996D-6C729118A9FC}" srcId="{84872E69-47D7-40DF-8F1A-685BB47BAF79}" destId="{B4DC94DC-C262-4F24-BC06-0DC241735306}" srcOrd="2" destOrd="0" parTransId="{77A57EAE-8BBA-4087-A619-89223654A708}" sibTransId="{9626A827-5799-453C-AE9D-AF0DE472AB4C}"/>
    <dgm:cxn modelId="{EACAF2FF-7649-48B5-98CB-1695C0B43E4B}" type="presOf" srcId="{4948971C-2F5C-48D1-B60D-7AA4918F4FDC}" destId="{1F1BCA80-7D8B-402E-9934-41726AFDFD4D}" srcOrd="0" destOrd="0" presId="urn:microsoft.com/office/officeart/2008/layout/LinedList"/>
    <dgm:cxn modelId="{FF0CDC50-42DD-4B3B-AB4D-4EE56EE67EAE}" type="presParOf" srcId="{B5E92FC2-FC79-42D8-B9F2-711EA3239AE4}" destId="{8056508B-A7AA-4901-81A2-116AE1C4CE72}" srcOrd="0" destOrd="0" presId="urn:microsoft.com/office/officeart/2008/layout/LinedList"/>
    <dgm:cxn modelId="{3D9A32EC-0EA6-4D91-B377-4F24A01930FE}" type="presParOf" srcId="{B5E92FC2-FC79-42D8-B9F2-711EA3239AE4}" destId="{2A5786EA-76C4-4AA4-8D44-50565D0DC2F5}" srcOrd="1" destOrd="0" presId="urn:microsoft.com/office/officeart/2008/layout/LinedList"/>
    <dgm:cxn modelId="{97A95A03-9569-4187-829C-7222D9AA6225}" type="presParOf" srcId="{2A5786EA-76C4-4AA4-8D44-50565D0DC2F5}" destId="{59827A6F-B7DE-49E5-BC3A-5CA6B3534DE6}" srcOrd="0" destOrd="0" presId="urn:microsoft.com/office/officeart/2008/layout/LinedList"/>
    <dgm:cxn modelId="{0EE70900-3B6E-4C84-849E-E801DE87C5C3}" type="presParOf" srcId="{2A5786EA-76C4-4AA4-8D44-50565D0DC2F5}" destId="{A0F63B09-9DC4-46AC-A2F7-C3B9210123D6}" srcOrd="1" destOrd="0" presId="urn:microsoft.com/office/officeart/2008/layout/LinedList"/>
    <dgm:cxn modelId="{2D3BA63D-6B0C-497F-A4C3-3D250C085D19}" type="presParOf" srcId="{A0F63B09-9DC4-46AC-A2F7-C3B9210123D6}" destId="{750402F0-BE18-4D30-82C5-8391D10AFC77}" srcOrd="0" destOrd="0" presId="urn:microsoft.com/office/officeart/2008/layout/LinedList"/>
    <dgm:cxn modelId="{EA7F6D7B-3CBE-44A1-9042-EE0038E02D58}" type="presParOf" srcId="{A0F63B09-9DC4-46AC-A2F7-C3B9210123D6}" destId="{CFCF9FEB-F790-4E46-A964-5F99663AAA1B}" srcOrd="1" destOrd="0" presId="urn:microsoft.com/office/officeart/2008/layout/LinedList"/>
    <dgm:cxn modelId="{8C31E0DB-D922-45B3-BB35-03FFD2FE32A2}" type="presParOf" srcId="{CFCF9FEB-F790-4E46-A964-5F99663AAA1B}" destId="{0011CA03-353C-47A4-8F11-7ECB23ED6B8C}" srcOrd="0" destOrd="0" presId="urn:microsoft.com/office/officeart/2008/layout/LinedList"/>
    <dgm:cxn modelId="{176FE063-66A0-490F-9387-9971C861385E}" type="presParOf" srcId="{CFCF9FEB-F790-4E46-A964-5F99663AAA1B}" destId="{1F1BCA80-7D8B-402E-9934-41726AFDFD4D}" srcOrd="1" destOrd="0" presId="urn:microsoft.com/office/officeart/2008/layout/LinedList"/>
    <dgm:cxn modelId="{0DAD5325-3317-4FD9-B94F-C7E6F5588399}" type="presParOf" srcId="{CFCF9FEB-F790-4E46-A964-5F99663AAA1B}" destId="{B6CA69B9-C35A-432F-9482-15198B42C1E7}" srcOrd="2" destOrd="0" presId="urn:microsoft.com/office/officeart/2008/layout/LinedList"/>
    <dgm:cxn modelId="{6C3C6AC0-B8CD-4F08-9499-0C5D2BBCBF21}" type="presParOf" srcId="{A0F63B09-9DC4-46AC-A2F7-C3B9210123D6}" destId="{2EF50D09-B2AA-41FD-BDE0-1586013A1482}" srcOrd="2" destOrd="0" presId="urn:microsoft.com/office/officeart/2008/layout/LinedList"/>
    <dgm:cxn modelId="{13128A45-7D3B-4D73-9584-6DD291F8BB86}" type="presParOf" srcId="{A0F63B09-9DC4-46AC-A2F7-C3B9210123D6}" destId="{9E05E101-92E6-45AA-B779-30FAF02AECF0}" srcOrd="3" destOrd="0" presId="urn:microsoft.com/office/officeart/2008/layout/LinedList"/>
    <dgm:cxn modelId="{ABFF87E4-5EAA-43D2-A9BE-2A206B719447}" type="presParOf" srcId="{A0F63B09-9DC4-46AC-A2F7-C3B9210123D6}" destId="{D3E1BDFF-E0C9-43CB-93F0-459A3ED8B12C}" srcOrd="4" destOrd="0" presId="urn:microsoft.com/office/officeart/2008/layout/LinedList"/>
    <dgm:cxn modelId="{E6485695-6D57-4B1B-9CE5-80A3968E03A6}" type="presParOf" srcId="{D3E1BDFF-E0C9-43CB-93F0-459A3ED8B12C}" destId="{F03C2B87-F552-4B82-B926-F197A9C7C73B}" srcOrd="0" destOrd="0" presId="urn:microsoft.com/office/officeart/2008/layout/LinedList"/>
    <dgm:cxn modelId="{D0410B57-598D-4055-BA46-2A992BBA7E8D}" type="presParOf" srcId="{D3E1BDFF-E0C9-43CB-93F0-459A3ED8B12C}" destId="{F0A1083A-2364-41D8-A8D6-A3590A1FC78B}" srcOrd="1" destOrd="0" presId="urn:microsoft.com/office/officeart/2008/layout/LinedList"/>
    <dgm:cxn modelId="{653A6017-8DA9-4C21-B01C-2A5E9CA85A14}" type="presParOf" srcId="{D3E1BDFF-E0C9-43CB-93F0-459A3ED8B12C}" destId="{AEA542F7-0DCA-4B99-B6ED-07F0EF331A16}" srcOrd="2" destOrd="0" presId="urn:microsoft.com/office/officeart/2008/layout/LinedList"/>
    <dgm:cxn modelId="{70DCF4ED-F4FA-42B5-AE39-3E6731FD58BF}" type="presParOf" srcId="{A0F63B09-9DC4-46AC-A2F7-C3B9210123D6}" destId="{29C0569B-71E3-4A8F-9726-BF87F8E2F2B3}" srcOrd="5" destOrd="0" presId="urn:microsoft.com/office/officeart/2008/layout/LinedList"/>
    <dgm:cxn modelId="{8F4B125B-21D8-471A-85E2-011CFE193411}" type="presParOf" srcId="{A0F63B09-9DC4-46AC-A2F7-C3B9210123D6}" destId="{5440D285-8D5A-4E10-AAAA-01DA6A83CC14}" srcOrd="6" destOrd="0" presId="urn:microsoft.com/office/officeart/2008/layout/LinedList"/>
    <dgm:cxn modelId="{36A730D1-F1D8-44D6-A9DE-AB6794E88687}" type="presParOf" srcId="{A0F63B09-9DC4-46AC-A2F7-C3B9210123D6}" destId="{151A3931-E0BE-4809-9470-6DEF807540EC}" srcOrd="7" destOrd="0" presId="urn:microsoft.com/office/officeart/2008/layout/LinedList"/>
    <dgm:cxn modelId="{A3D9C52E-BA35-4EBB-9FC1-9E23E600DA16}" type="presParOf" srcId="{151A3931-E0BE-4809-9470-6DEF807540EC}" destId="{AE36D53D-431C-40A6-90D9-5C5F2DA7044A}" srcOrd="0" destOrd="0" presId="urn:microsoft.com/office/officeart/2008/layout/LinedList"/>
    <dgm:cxn modelId="{EB3578F4-E78A-488B-B57B-316D7F1B56B1}" type="presParOf" srcId="{151A3931-E0BE-4809-9470-6DEF807540EC}" destId="{3FDCD0BE-7EA5-425D-A9C4-BF89D048D6D3}" srcOrd="1" destOrd="0" presId="urn:microsoft.com/office/officeart/2008/layout/LinedList"/>
    <dgm:cxn modelId="{A64367E2-27B2-467D-92D4-7A8062BBC489}" type="presParOf" srcId="{151A3931-E0BE-4809-9470-6DEF807540EC}" destId="{5592056C-E542-4D08-951F-285516291DB8}" srcOrd="2" destOrd="0" presId="urn:microsoft.com/office/officeart/2008/layout/LinedList"/>
    <dgm:cxn modelId="{3E63C1AE-8121-4C05-BE79-5ADA85CB4389}" type="presParOf" srcId="{A0F63B09-9DC4-46AC-A2F7-C3B9210123D6}" destId="{A8CCA02A-1AE8-40A7-9CAC-FA4FDC606EF5}" srcOrd="8" destOrd="0" presId="urn:microsoft.com/office/officeart/2008/layout/LinedList"/>
    <dgm:cxn modelId="{B5C317D8-A501-4FE7-9F65-120A31564096}" type="presParOf" srcId="{A0F63B09-9DC4-46AC-A2F7-C3B9210123D6}" destId="{BB68B36D-1E3F-4A4E-BDFB-D09CCB3BF72E}" srcOrd="9" destOrd="0" presId="urn:microsoft.com/office/officeart/2008/layout/LinedList"/>
    <dgm:cxn modelId="{2E340AE4-2B69-4226-A811-D9F3E1997FAE}" type="presParOf" srcId="{A0F63B09-9DC4-46AC-A2F7-C3B9210123D6}" destId="{82CC476C-8A67-4F73-BB85-BAFCBF976164}" srcOrd="10" destOrd="0" presId="urn:microsoft.com/office/officeart/2008/layout/LinedList"/>
    <dgm:cxn modelId="{1FCE8F21-14AC-4CCF-BAD0-5A1E0E79743D}" type="presParOf" srcId="{82CC476C-8A67-4F73-BB85-BAFCBF976164}" destId="{AB3D76F8-502A-4712-93C8-3CF23D310366}" srcOrd="0" destOrd="0" presId="urn:microsoft.com/office/officeart/2008/layout/LinedList"/>
    <dgm:cxn modelId="{095830EF-2419-4C46-880D-5E363559F2ED}" type="presParOf" srcId="{82CC476C-8A67-4F73-BB85-BAFCBF976164}" destId="{2740AD9D-1912-4740-ACD0-206FEA231596}" srcOrd="1" destOrd="0" presId="urn:microsoft.com/office/officeart/2008/layout/LinedList"/>
    <dgm:cxn modelId="{CD2CC8EC-ABA2-4398-BF78-F246F278BF47}" type="presParOf" srcId="{82CC476C-8A67-4F73-BB85-BAFCBF976164}" destId="{D7B2152F-0E57-4692-946A-2FBEBD1E82DA}" srcOrd="2" destOrd="0" presId="urn:microsoft.com/office/officeart/2008/layout/LinedList"/>
    <dgm:cxn modelId="{C12A1DBC-8E86-48F9-A66C-87A162170743}" type="presParOf" srcId="{A0F63B09-9DC4-46AC-A2F7-C3B9210123D6}" destId="{AE288499-DA01-4D35-A500-BFA159D74252}" srcOrd="11" destOrd="0" presId="urn:microsoft.com/office/officeart/2008/layout/LinedList"/>
    <dgm:cxn modelId="{2F675E22-FCAF-42B7-ABD4-CC08C62136F8}" type="presParOf" srcId="{A0F63B09-9DC4-46AC-A2F7-C3B9210123D6}" destId="{D2946118-24E4-4507-B3CE-2B1867377EC8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0D6F51-4EA5-4569-9F98-1CD26B43B59A}" type="doc">
      <dgm:prSet loTypeId="urn:microsoft.com/office/officeart/2024/3/layout/BulletTimelineVariant1" loCatId="Timeline" qsTypeId="urn:microsoft.com/office/officeart/2005/8/quickstyle/simple1" qsCatId="simple" csTypeId="urn:microsoft.com/office/officeart/2005/8/colors/BulletTimelineColorVariant1" csCatId="other" phldr="1"/>
      <dgm:spPr/>
      <dgm:t>
        <a:bodyPr/>
        <a:lstStyle/>
        <a:p>
          <a:endParaRPr lang="en-IN"/>
        </a:p>
      </dgm:t>
    </dgm:pt>
    <dgm:pt modelId="{16085AAD-22CF-4EB7-A4C5-AACA425A0D19}">
      <dgm:prSet/>
      <dgm:spPr/>
      <dgm:t>
        <a:bodyPr/>
        <a:lstStyle/>
        <a:p>
          <a:pPr>
            <a:defRPr b="1"/>
          </a:pPr>
          <a:r>
            <a:rPr lang="en-US" dirty="0"/>
            <a:t>Improve Compensation Strategy</a:t>
          </a:r>
          <a:endParaRPr lang="en-IN" dirty="0"/>
        </a:p>
      </dgm:t>
    </dgm:pt>
    <dgm:pt modelId="{8A24875B-C626-4B68-B6FD-D73DBF55B595}" type="parTrans" cxnId="{EA32770A-909C-4A1E-ACF2-2771B0657E24}">
      <dgm:prSet/>
      <dgm:spPr/>
      <dgm:t>
        <a:bodyPr/>
        <a:lstStyle/>
        <a:p>
          <a:endParaRPr lang="en-IN"/>
        </a:p>
      </dgm:t>
    </dgm:pt>
    <dgm:pt modelId="{92A50896-1FDE-4C56-9975-1C10C6A33D1A}" type="sibTrans" cxnId="{EA32770A-909C-4A1E-ACF2-2771B0657E24}">
      <dgm:prSet/>
      <dgm:spPr/>
      <dgm:t>
        <a:bodyPr/>
        <a:lstStyle/>
        <a:p>
          <a:endParaRPr lang="en-IN"/>
        </a:p>
      </dgm:t>
    </dgm:pt>
    <dgm:pt modelId="{98D64435-EAE9-4528-9EE9-5B3F0B99580A}">
      <dgm:prSet/>
      <dgm:spPr/>
      <dgm:t>
        <a:bodyPr/>
        <a:lstStyle/>
        <a:p>
          <a:r>
            <a:rPr lang="en-US" dirty="0"/>
            <a:t>Review Salary structures for lower-income employees and introduce retention incentives.</a:t>
          </a:r>
          <a:endParaRPr lang="en-IN" dirty="0"/>
        </a:p>
      </dgm:t>
    </dgm:pt>
    <dgm:pt modelId="{7E44FE07-BE28-4C8D-914E-8BDA93A894F0}" type="parTrans" cxnId="{82252BDC-6E1F-4140-867C-184725816DB6}">
      <dgm:prSet/>
      <dgm:spPr/>
      <dgm:t>
        <a:bodyPr/>
        <a:lstStyle/>
        <a:p>
          <a:endParaRPr lang="en-IN"/>
        </a:p>
      </dgm:t>
    </dgm:pt>
    <dgm:pt modelId="{900660EC-95EA-487F-820E-2A0059C94B7F}" type="sibTrans" cxnId="{82252BDC-6E1F-4140-867C-184725816DB6}">
      <dgm:prSet/>
      <dgm:spPr/>
      <dgm:t>
        <a:bodyPr/>
        <a:lstStyle/>
        <a:p>
          <a:endParaRPr lang="en-IN"/>
        </a:p>
      </dgm:t>
    </dgm:pt>
    <dgm:pt modelId="{39B42D69-7462-4930-A1F2-BA3045E3F930}">
      <dgm:prSet/>
      <dgm:spPr/>
      <dgm:t>
        <a:bodyPr/>
        <a:lstStyle/>
        <a:p>
          <a:pPr>
            <a:defRPr b="1"/>
          </a:pPr>
          <a:r>
            <a:rPr lang="en-US" dirty="0"/>
            <a:t>Strengthen Career Growth Programs </a:t>
          </a:r>
          <a:endParaRPr lang="en-IN" dirty="0"/>
        </a:p>
      </dgm:t>
    </dgm:pt>
    <dgm:pt modelId="{FF8A3FD6-9FAC-487A-AE0A-0DE8CA122973}" type="parTrans" cxnId="{85317F74-45E9-4DED-8030-57DD0AAEA4C4}">
      <dgm:prSet/>
      <dgm:spPr/>
      <dgm:t>
        <a:bodyPr/>
        <a:lstStyle/>
        <a:p>
          <a:endParaRPr lang="en-IN"/>
        </a:p>
      </dgm:t>
    </dgm:pt>
    <dgm:pt modelId="{3DF1AF2E-3007-4639-B0B6-D011878CDE61}" type="sibTrans" cxnId="{85317F74-45E9-4DED-8030-57DD0AAEA4C4}">
      <dgm:prSet/>
      <dgm:spPr/>
      <dgm:t>
        <a:bodyPr/>
        <a:lstStyle/>
        <a:p>
          <a:endParaRPr lang="en-IN"/>
        </a:p>
      </dgm:t>
    </dgm:pt>
    <dgm:pt modelId="{1BED5C77-75D0-4CD7-8F4F-663B56E0FBCD}">
      <dgm:prSet/>
      <dgm:spPr/>
      <dgm:t>
        <a:bodyPr/>
        <a:lstStyle/>
        <a:p>
          <a:r>
            <a:rPr lang="en-US" dirty="0"/>
            <a:t>Provide clear promotion paths and skill development opportunities for mid-career employees.</a:t>
          </a:r>
          <a:endParaRPr lang="en-IN" dirty="0"/>
        </a:p>
      </dgm:t>
    </dgm:pt>
    <dgm:pt modelId="{2EE9ED53-4588-4726-BD3D-806D80E0C831}" type="parTrans" cxnId="{D4B9BF72-5B07-403E-88B7-6F0ECDB91E1F}">
      <dgm:prSet/>
      <dgm:spPr/>
      <dgm:t>
        <a:bodyPr/>
        <a:lstStyle/>
        <a:p>
          <a:endParaRPr lang="en-IN"/>
        </a:p>
      </dgm:t>
    </dgm:pt>
    <dgm:pt modelId="{CB1A5FC8-C1AB-4095-ACBE-20F442CE116E}" type="sibTrans" cxnId="{D4B9BF72-5B07-403E-88B7-6F0ECDB91E1F}">
      <dgm:prSet/>
      <dgm:spPr/>
      <dgm:t>
        <a:bodyPr/>
        <a:lstStyle/>
        <a:p>
          <a:endParaRPr lang="en-IN"/>
        </a:p>
      </dgm:t>
    </dgm:pt>
    <dgm:pt modelId="{7CBF4A2D-B726-4AF6-9AB3-F0A619B6E212}">
      <dgm:prSet/>
      <dgm:spPr/>
      <dgm:t>
        <a:bodyPr/>
        <a:lstStyle/>
        <a:p>
          <a:pPr>
            <a:defRPr b="1"/>
          </a:pPr>
          <a:r>
            <a:rPr lang="en-US" dirty="0"/>
            <a:t>Reduce Overtime Dependency</a:t>
          </a:r>
          <a:endParaRPr lang="en-IN" dirty="0"/>
        </a:p>
      </dgm:t>
    </dgm:pt>
    <dgm:pt modelId="{8D7FB423-A707-4E77-B9D0-B7FF16E8607A}" type="parTrans" cxnId="{8470E011-252C-4A42-A614-B83395C9DD06}">
      <dgm:prSet/>
      <dgm:spPr/>
      <dgm:t>
        <a:bodyPr/>
        <a:lstStyle/>
        <a:p>
          <a:endParaRPr lang="en-IN"/>
        </a:p>
      </dgm:t>
    </dgm:pt>
    <dgm:pt modelId="{50463CE1-4A02-464F-BF7E-1EA760C755DC}" type="sibTrans" cxnId="{8470E011-252C-4A42-A614-B83395C9DD06}">
      <dgm:prSet/>
      <dgm:spPr/>
      <dgm:t>
        <a:bodyPr/>
        <a:lstStyle/>
        <a:p>
          <a:endParaRPr lang="en-IN"/>
        </a:p>
      </dgm:t>
    </dgm:pt>
    <dgm:pt modelId="{3DB7AAC9-11B5-43C7-A9A5-3287C5C126E8}">
      <dgm:prSet/>
      <dgm:spPr/>
      <dgm:t>
        <a:bodyPr/>
        <a:lstStyle/>
        <a:p>
          <a:r>
            <a:rPr lang="en-US" dirty="0"/>
            <a:t>Balance workloads and optimize staffing to prevent burnout.</a:t>
          </a:r>
          <a:endParaRPr lang="en-IN" dirty="0"/>
        </a:p>
      </dgm:t>
    </dgm:pt>
    <dgm:pt modelId="{EA0B3AF3-21AB-4FDE-9909-A56FB688E558}" type="parTrans" cxnId="{3FBA157E-D13D-4932-9D28-F73380E90471}">
      <dgm:prSet/>
      <dgm:spPr/>
      <dgm:t>
        <a:bodyPr/>
        <a:lstStyle/>
        <a:p>
          <a:endParaRPr lang="en-IN"/>
        </a:p>
      </dgm:t>
    </dgm:pt>
    <dgm:pt modelId="{C606936C-8C17-4D27-9753-40854770910B}" type="sibTrans" cxnId="{3FBA157E-D13D-4932-9D28-F73380E90471}">
      <dgm:prSet/>
      <dgm:spPr/>
      <dgm:t>
        <a:bodyPr/>
        <a:lstStyle/>
        <a:p>
          <a:endParaRPr lang="en-IN"/>
        </a:p>
      </dgm:t>
    </dgm:pt>
    <dgm:pt modelId="{4F4D2F75-707E-4DDA-BEE3-DBF3733465DF}">
      <dgm:prSet/>
      <dgm:spPr/>
      <dgm:t>
        <a:bodyPr/>
        <a:lstStyle/>
        <a:p>
          <a:pPr>
            <a:defRPr b="1"/>
          </a:pPr>
          <a:endParaRPr lang="en-IN" dirty="0"/>
        </a:p>
      </dgm:t>
    </dgm:pt>
    <dgm:pt modelId="{15F2CFD4-BA38-40FF-8A25-936603F9FB5C}" type="parTrans" cxnId="{076906B2-259D-4565-8F69-E7BE2BCAC30B}">
      <dgm:prSet/>
      <dgm:spPr/>
      <dgm:t>
        <a:bodyPr/>
        <a:lstStyle/>
        <a:p>
          <a:endParaRPr lang="en-IN"/>
        </a:p>
      </dgm:t>
    </dgm:pt>
    <dgm:pt modelId="{BF47E8F9-2DF2-410A-8C20-B731C2365B09}" type="sibTrans" cxnId="{076906B2-259D-4565-8F69-E7BE2BCAC30B}">
      <dgm:prSet/>
      <dgm:spPr/>
      <dgm:t>
        <a:bodyPr/>
        <a:lstStyle/>
        <a:p>
          <a:endParaRPr lang="en-IN"/>
        </a:p>
      </dgm:t>
    </dgm:pt>
    <dgm:pt modelId="{C7429638-4DA8-43FF-83C4-DCBFF7490905}">
      <dgm:prSet/>
      <dgm:spPr/>
      <dgm:t>
        <a:bodyPr/>
        <a:lstStyle/>
        <a:p>
          <a:endParaRPr lang="en-IN" dirty="0"/>
        </a:p>
      </dgm:t>
    </dgm:pt>
    <dgm:pt modelId="{BCF2EC2E-3BE9-4D64-B416-72780B3055F3}" type="parTrans" cxnId="{F09CAD73-E0D3-480D-9534-A48499BE2213}">
      <dgm:prSet/>
      <dgm:spPr/>
      <dgm:t>
        <a:bodyPr/>
        <a:lstStyle/>
        <a:p>
          <a:endParaRPr lang="en-IN"/>
        </a:p>
      </dgm:t>
    </dgm:pt>
    <dgm:pt modelId="{2361AD68-BC1B-4FAB-B786-893BDD37BF22}" type="sibTrans" cxnId="{F09CAD73-E0D3-480D-9534-A48499BE2213}">
      <dgm:prSet/>
      <dgm:spPr/>
      <dgm:t>
        <a:bodyPr/>
        <a:lstStyle/>
        <a:p>
          <a:endParaRPr lang="en-IN"/>
        </a:p>
      </dgm:t>
    </dgm:pt>
    <dgm:pt modelId="{E5C7A7EE-E540-45C7-9A40-2D9F1EEF21EF}">
      <dgm:prSet/>
      <dgm:spPr/>
      <dgm:t>
        <a:bodyPr/>
        <a:lstStyle/>
        <a:p>
          <a:pPr>
            <a:defRPr b="1"/>
          </a:pPr>
          <a:r>
            <a:rPr lang="en-US" dirty="0"/>
            <a:t>Focus on High Risk-Roles </a:t>
          </a:r>
          <a:endParaRPr lang="en-IN" dirty="0"/>
        </a:p>
      </dgm:t>
    </dgm:pt>
    <dgm:pt modelId="{B7559C27-9E48-491B-88D9-F2E8724FCF14}" type="parTrans" cxnId="{AD3F2594-D4E0-4A27-808D-593A803F7FF1}">
      <dgm:prSet/>
      <dgm:spPr/>
      <dgm:t>
        <a:bodyPr/>
        <a:lstStyle/>
        <a:p>
          <a:endParaRPr lang="en-IN"/>
        </a:p>
      </dgm:t>
    </dgm:pt>
    <dgm:pt modelId="{69D71967-ACA2-4039-9AE6-361764C4DE48}" type="sibTrans" cxnId="{AD3F2594-D4E0-4A27-808D-593A803F7FF1}">
      <dgm:prSet/>
      <dgm:spPr/>
      <dgm:t>
        <a:bodyPr/>
        <a:lstStyle/>
        <a:p>
          <a:endParaRPr lang="en-IN"/>
        </a:p>
      </dgm:t>
    </dgm:pt>
    <dgm:pt modelId="{9E1B75D8-344C-4D2C-AD78-DA51DC470662}">
      <dgm:prSet/>
      <dgm:spPr/>
      <dgm:t>
        <a:bodyPr/>
        <a:lstStyle/>
        <a:p>
          <a:r>
            <a:rPr lang="en-US" dirty="0"/>
            <a:t>Implement retention programs for laboratory Technicians, Sales Executives, and Research Scientists.</a:t>
          </a:r>
          <a:endParaRPr lang="en-IN" dirty="0"/>
        </a:p>
      </dgm:t>
    </dgm:pt>
    <dgm:pt modelId="{D2BE7382-370B-4C84-A59A-25D28AB4873E}" type="parTrans" cxnId="{2615CEDB-1389-4B18-9EEC-4EFF09F11606}">
      <dgm:prSet/>
      <dgm:spPr/>
      <dgm:t>
        <a:bodyPr/>
        <a:lstStyle/>
        <a:p>
          <a:endParaRPr lang="en-IN"/>
        </a:p>
      </dgm:t>
    </dgm:pt>
    <dgm:pt modelId="{198D9D98-BC75-4258-8332-85CC08989D4E}" type="sibTrans" cxnId="{2615CEDB-1389-4B18-9EEC-4EFF09F11606}">
      <dgm:prSet/>
      <dgm:spPr/>
      <dgm:t>
        <a:bodyPr/>
        <a:lstStyle/>
        <a:p>
          <a:endParaRPr lang="en-IN"/>
        </a:p>
      </dgm:t>
    </dgm:pt>
    <dgm:pt modelId="{A95C8066-162C-445A-BCD8-3B40AD7DD142}" type="pres">
      <dgm:prSet presAssocID="{F80D6F51-4EA5-4569-9F98-1CD26B43B59A}" presName="root" presStyleCnt="0">
        <dgm:presLayoutVars>
          <dgm:chMax/>
          <dgm:chPref/>
          <dgm:animLvl val="lvl"/>
        </dgm:presLayoutVars>
      </dgm:prSet>
      <dgm:spPr/>
    </dgm:pt>
    <dgm:pt modelId="{72D8F23A-D5C7-42E6-87A2-F5F7D15D6C39}" type="pres">
      <dgm:prSet presAssocID="{F80D6F51-4EA5-4569-9F98-1CD26B43B59A}" presName="divider" presStyleLbl="fgAcc1" presStyleIdx="0" presStyleCnt="1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2442CD32-56B3-49FF-BD2F-AB1AAEBEC5DF}" type="pres">
      <dgm:prSet presAssocID="{F80D6F51-4EA5-4569-9F98-1CD26B43B59A}" presName="nodes" presStyleCnt="0">
        <dgm:presLayoutVars>
          <dgm:chMax/>
          <dgm:chPref/>
          <dgm:animLvl val="lvl"/>
        </dgm:presLayoutVars>
      </dgm:prSet>
      <dgm:spPr/>
    </dgm:pt>
    <dgm:pt modelId="{1FF59423-6BD3-492E-891C-884974597AB7}" type="pres">
      <dgm:prSet presAssocID="{16085AAD-22CF-4EB7-A4C5-AACA425A0D19}" presName="composite" presStyleCnt="0"/>
      <dgm:spPr/>
    </dgm:pt>
    <dgm:pt modelId="{4766BD9E-B321-450F-9C07-62C911561916}" type="pres">
      <dgm:prSet presAssocID="{16085AAD-22CF-4EB7-A4C5-AACA425A0D19}" presName="ConnectorPoint" presStyleLbl="lnNode1" presStyleIdx="0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306BC89-FBC4-4BCE-ABF5-A1942964AF64}" type="pres">
      <dgm:prSet presAssocID="{16085AAD-22CF-4EB7-A4C5-AACA425A0D19}" presName="DropPinPlaceHolder" presStyleCnt="0"/>
      <dgm:spPr/>
    </dgm:pt>
    <dgm:pt modelId="{A86E9BDF-5562-48E5-AB22-4F2E11FA3808}" type="pres">
      <dgm:prSet presAssocID="{16085AAD-22CF-4EB7-A4C5-AACA425A0D19}" presName="DropPin" presStyleLbl="revTx" presStyleIdx="0" presStyleCnt="15"/>
      <dgm:spPr/>
    </dgm:pt>
    <dgm:pt modelId="{61156EB3-16BE-4852-AC46-2BAD1CF849B9}" type="pres">
      <dgm:prSet presAssocID="{16085AAD-22CF-4EB7-A4C5-AACA425A0D19}" presName="Ellipse" presStyleLbl="node2" presStyleIdx="0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8575BCC-0AE1-438C-9A99-4C5257681184}" type="pres">
      <dgm:prSet presAssocID="{16085AAD-22CF-4EB7-A4C5-AACA425A0D19}" presName="L2TextContainer" presStyleLbl="revTx" presStyleIdx="1" presStyleCnt="15">
        <dgm:presLayoutVars>
          <dgm:bulletEnabled val="1"/>
        </dgm:presLayoutVars>
      </dgm:prSet>
      <dgm:spPr/>
    </dgm:pt>
    <dgm:pt modelId="{F48F361F-2612-49E0-B507-3DE11D5BE58D}" type="pres">
      <dgm:prSet presAssocID="{16085AAD-22CF-4EB7-A4C5-AACA425A0D19}" presName="L1TextContainer" presStyleLbl="revTx" presStyleIdx="2" presStyleCnt="15">
        <dgm:presLayoutVars>
          <dgm:chMax val="1"/>
          <dgm:chPref val="1"/>
          <dgm:bulletEnabled val="1"/>
        </dgm:presLayoutVars>
      </dgm:prSet>
      <dgm:spPr/>
    </dgm:pt>
    <dgm:pt modelId="{38B956A2-2C40-4CD5-B8FC-F6A6D93FB362}" type="pres">
      <dgm:prSet presAssocID="{16085AAD-22CF-4EB7-A4C5-AACA425A0D19}" presName="ConnectLine" presStyleLbl="sibTrans1D1" presStyleIdx="0" presStyleCnt="5"/>
      <dgm:spPr/>
    </dgm:pt>
    <dgm:pt modelId="{92C044C7-F9CB-43DC-8321-6D513E01F4E1}" type="pres">
      <dgm:prSet presAssocID="{16085AAD-22CF-4EB7-A4C5-AACA425A0D19}" presName="EmptyPlaceHolder" presStyleCnt="0"/>
      <dgm:spPr/>
    </dgm:pt>
    <dgm:pt modelId="{18599A62-40CA-4670-A41F-D5ED576D1542}" type="pres">
      <dgm:prSet presAssocID="{92A50896-1FDE-4C56-9975-1C10C6A33D1A}" presName="spaceBetweenRectangles" presStyleCnt="0"/>
      <dgm:spPr/>
    </dgm:pt>
    <dgm:pt modelId="{711CDFC5-9503-45BB-B363-FE0ABC77B2B2}" type="pres">
      <dgm:prSet presAssocID="{39B42D69-7462-4930-A1F2-BA3045E3F930}" presName="composite" presStyleCnt="0"/>
      <dgm:spPr/>
    </dgm:pt>
    <dgm:pt modelId="{C2E75DD2-0104-4519-887A-E011E6C1501F}" type="pres">
      <dgm:prSet presAssocID="{39B42D69-7462-4930-A1F2-BA3045E3F930}" presName="ConnectorPoint" presStyleLbl="lnNode1" presStyleIdx="1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B6B514C-BD37-4BD0-BF13-E3FCA7213F49}" type="pres">
      <dgm:prSet presAssocID="{39B42D69-7462-4930-A1F2-BA3045E3F930}" presName="DropPinPlaceHolder" presStyleCnt="0"/>
      <dgm:spPr/>
    </dgm:pt>
    <dgm:pt modelId="{F8BF4BBA-0B16-41A9-8C72-5B7CC203E81B}" type="pres">
      <dgm:prSet presAssocID="{39B42D69-7462-4930-A1F2-BA3045E3F930}" presName="DropPin" presStyleLbl="revTx" presStyleIdx="3" presStyleCnt="15"/>
      <dgm:spPr/>
    </dgm:pt>
    <dgm:pt modelId="{AA7DBCF2-F481-4A08-8CF1-36EA2F0ACA03}" type="pres">
      <dgm:prSet presAssocID="{39B42D69-7462-4930-A1F2-BA3045E3F930}" presName="Ellipse" presStyleLbl="node2" presStyleIdx="1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0DEA235-72FB-4FD2-882E-30F564084402}" type="pres">
      <dgm:prSet presAssocID="{39B42D69-7462-4930-A1F2-BA3045E3F930}" presName="L2TextContainer" presStyleLbl="revTx" presStyleIdx="4" presStyleCnt="15">
        <dgm:presLayoutVars>
          <dgm:bulletEnabled val="1"/>
        </dgm:presLayoutVars>
      </dgm:prSet>
      <dgm:spPr/>
    </dgm:pt>
    <dgm:pt modelId="{C9F23E75-001A-42ED-B57C-7B8E27A375F5}" type="pres">
      <dgm:prSet presAssocID="{39B42D69-7462-4930-A1F2-BA3045E3F930}" presName="L1TextContainer" presStyleLbl="revTx" presStyleIdx="5" presStyleCnt="15">
        <dgm:presLayoutVars>
          <dgm:chMax val="1"/>
          <dgm:chPref val="1"/>
          <dgm:bulletEnabled val="1"/>
        </dgm:presLayoutVars>
      </dgm:prSet>
      <dgm:spPr/>
    </dgm:pt>
    <dgm:pt modelId="{8C3CCB5E-8128-4FD9-969F-74E8392C3989}" type="pres">
      <dgm:prSet presAssocID="{39B42D69-7462-4930-A1F2-BA3045E3F930}" presName="ConnectLine" presStyleLbl="sibTrans1D1" presStyleIdx="1" presStyleCnt="5"/>
      <dgm:spPr/>
    </dgm:pt>
    <dgm:pt modelId="{190D94EA-0CCA-4F99-A199-EEF8E4166244}" type="pres">
      <dgm:prSet presAssocID="{39B42D69-7462-4930-A1F2-BA3045E3F930}" presName="EmptyPlaceHolder" presStyleCnt="0"/>
      <dgm:spPr/>
    </dgm:pt>
    <dgm:pt modelId="{F3AAF133-DCC7-4EE4-8887-FB00DDBED49D}" type="pres">
      <dgm:prSet presAssocID="{3DF1AF2E-3007-4639-B0B6-D011878CDE61}" presName="spaceBetweenRectangles" presStyleCnt="0"/>
      <dgm:spPr/>
    </dgm:pt>
    <dgm:pt modelId="{D1C4C480-E06D-4E68-AC1E-6754771A2148}" type="pres">
      <dgm:prSet presAssocID="{7CBF4A2D-B726-4AF6-9AB3-F0A619B6E212}" presName="composite" presStyleCnt="0"/>
      <dgm:spPr/>
    </dgm:pt>
    <dgm:pt modelId="{6299E097-2285-4961-8C7A-4E5ABA25BAC6}" type="pres">
      <dgm:prSet presAssocID="{7CBF4A2D-B726-4AF6-9AB3-F0A619B6E212}" presName="ConnectorPoint" presStyleLbl="lnNode1" presStyleIdx="2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11B6611-8C96-4632-AA74-AEFE0BA8E291}" type="pres">
      <dgm:prSet presAssocID="{7CBF4A2D-B726-4AF6-9AB3-F0A619B6E212}" presName="DropPinPlaceHolder" presStyleCnt="0"/>
      <dgm:spPr/>
    </dgm:pt>
    <dgm:pt modelId="{A2D23B62-0387-4BB4-B6F8-2D483B350767}" type="pres">
      <dgm:prSet presAssocID="{7CBF4A2D-B726-4AF6-9AB3-F0A619B6E212}" presName="DropPin" presStyleLbl="revTx" presStyleIdx="6" presStyleCnt="15"/>
      <dgm:spPr/>
    </dgm:pt>
    <dgm:pt modelId="{49E23A6E-DF5F-4434-B356-C29094D4A911}" type="pres">
      <dgm:prSet presAssocID="{7CBF4A2D-B726-4AF6-9AB3-F0A619B6E212}" presName="Ellipse" presStyleLbl="node2" presStyleIdx="2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D02A0AF-965B-4386-8EB2-58CD0F933766}" type="pres">
      <dgm:prSet presAssocID="{7CBF4A2D-B726-4AF6-9AB3-F0A619B6E212}" presName="L2TextContainer" presStyleLbl="revTx" presStyleIdx="7" presStyleCnt="15">
        <dgm:presLayoutVars>
          <dgm:bulletEnabled val="1"/>
        </dgm:presLayoutVars>
      </dgm:prSet>
      <dgm:spPr/>
    </dgm:pt>
    <dgm:pt modelId="{3EF08D09-458E-4030-B9BB-6A917BC1907C}" type="pres">
      <dgm:prSet presAssocID="{7CBF4A2D-B726-4AF6-9AB3-F0A619B6E212}" presName="L1TextContainer" presStyleLbl="revTx" presStyleIdx="8" presStyleCnt="15">
        <dgm:presLayoutVars>
          <dgm:chMax val="1"/>
          <dgm:chPref val="1"/>
          <dgm:bulletEnabled val="1"/>
        </dgm:presLayoutVars>
      </dgm:prSet>
      <dgm:spPr/>
    </dgm:pt>
    <dgm:pt modelId="{183AFB0A-2059-45BA-B4A9-0F9FCA77FDDD}" type="pres">
      <dgm:prSet presAssocID="{7CBF4A2D-B726-4AF6-9AB3-F0A619B6E212}" presName="ConnectLine" presStyleLbl="sibTrans1D1" presStyleIdx="2" presStyleCnt="5"/>
      <dgm:spPr/>
    </dgm:pt>
    <dgm:pt modelId="{2F61613F-50E1-487F-875A-D3D545061C96}" type="pres">
      <dgm:prSet presAssocID="{7CBF4A2D-B726-4AF6-9AB3-F0A619B6E212}" presName="EmptyPlaceHolder" presStyleCnt="0"/>
      <dgm:spPr/>
    </dgm:pt>
    <dgm:pt modelId="{72079F3C-2D7F-4E3C-9EC6-64C4C1D9DD9A}" type="pres">
      <dgm:prSet presAssocID="{50463CE1-4A02-464F-BF7E-1EA760C755DC}" presName="spaceBetweenRectangles" presStyleCnt="0"/>
      <dgm:spPr/>
    </dgm:pt>
    <dgm:pt modelId="{A86C83F1-B398-4A77-8228-102D3DC7E7B0}" type="pres">
      <dgm:prSet presAssocID="{4F4D2F75-707E-4DDA-BEE3-DBF3733465DF}" presName="composite" presStyleCnt="0"/>
      <dgm:spPr/>
    </dgm:pt>
    <dgm:pt modelId="{C3D62086-6204-4493-9016-BD23F8FCA201}" type="pres">
      <dgm:prSet presAssocID="{4F4D2F75-707E-4DDA-BEE3-DBF3733465DF}" presName="ConnectorPoint" presStyleLbl="lnNode1" presStyleIdx="3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28B6B12-957E-4272-B8B1-3D2777032CCB}" type="pres">
      <dgm:prSet presAssocID="{4F4D2F75-707E-4DDA-BEE3-DBF3733465DF}" presName="DropPinPlaceHolder" presStyleCnt="0"/>
      <dgm:spPr/>
    </dgm:pt>
    <dgm:pt modelId="{399781F7-2F35-47C5-B960-3915860930D2}" type="pres">
      <dgm:prSet presAssocID="{4F4D2F75-707E-4DDA-BEE3-DBF3733465DF}" presName="DropPin" presStyleLbl="revTx" presStyleIdx="9" presStyleCnt="15"/>
      <dgm:spPr/>
    </dgm:pt>
    <dgm:pt modelId="{171A4EBB-7A71-4254-8919-44738E02F10F}" type="pres">
      <dgm:prSet presAssocID="{4F4D2F75-707E-4DDA-BEE3-DBF3733465DF}" presName="Ellipse" presStyleLbl="node2" presStyleIdx="3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97DBFA4-32BB-4F31-8710-FC429DD29E53}" type="pres">
      <dgm:prSet presAssocID="{4F4D2F75-707E-4DDA-BEE3-DBF3733465DF}" presName="L2TextContainer" presStyleLbl="revTx" presStyleIdx="10" presStyleCnt="15">
        <dgm:presLayoutVars>
          <dgm:bulletEnabled val="1"/>
        </dgm:presLayoutVars>
      </dgm:prSet>
      <dgm:spPr/>
    </dgm:pt>
    <dgm:pt modelId="{00F9718A-2523-42D6-B608-9EAFB754636F}" type="pres">
      <dgm:prSet presAssocID="{4F4D2F75-707E-4DDA-BEE3-DBF3733465DF}" presName="L1TextContainer" presStyleLbl="revTx" presStyleIdx="11" presStyleCnt="15">
        <dgm:presLayoutVars>
          <dgm:chMax val="1"/>
          <dgm:chPref val="1"/>
          <dgm:bulletEnabled val="1"/>
        </dgm:presLayoutVars>
      </dgm:prSet>
      <dgm:spPr/>
    </dgm:pt>
    <dgm:pt modelId="{A11A82FD-29BB-4B04-9FC7-8D628659C49F}" type="pres">
      <dgm:prSet presAssocID="{4F4D2F75-707E-4DDA-BEE3-DBF3733465DF}" presName="ConnectLine" presStyleLbl="sibTrans1D1" presStyleIdx="3" presStyleCnt="5"/>
      <dgm:spPr/>
    </dgm:pt>
    <dgm:pt modelId="{74DD4267-36E0-4BAD-B4AA-11D212151C3A}" type="pres">
      <dgm:prSet presAssocID="{4F4D2F75-707E-4DDA-BEE3-DBF3733465DF}" presName="EmptyPlaceHolder" presStyleCnt="0"/>
      <dgm:spPr/>
    </dgm:pt>
    <dgm:pt modelId="{F1C460AB-EB58-436D-BA96-C0D5ADC81752}" type="pres">
      <dgm:prSet presAssocID="{BF47E8F9-2DF2-410A-8C20-B731C2365B09}" presName="spaceBetweenRectangles" presStyleCnt="0"/>
      <dgm:spPr/>
    </dgm:pt>
    <dgm:pt modelId="{5978A1FA-A04B-469D-A808-8978047401BA}" type="pres">
      <dgm:prSet presAssocID="{E5C7A7EE-E540-45C7-9A40-2D9F1EEF21EF}" presName="composite" presStyleCnt="0"/>
      <dgm:spPr/>
    </dgm:pt>
    <dgm:pt modelId="{D1A152EF-D707-433D-803F-5A33963D7776}" type="pres">
      <dgm:prSet presAssocID="{E5C7A7EE-E540-45C7-9A40-2D9F1EEF21EF}" presName="ConnectorPoint" presStyleLbl="lnNode1" presStyleIdx="4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2A0B93F-9C76-4BC7-8343-7CBE89CC430A}" type="pres">
      <dgm:prSet presAssocID="{E5C7A7EE-E540-45C7-9A40-2D9F1EEF21EF}" presName="DropPinPlaceHolder" presStyleCnt="0"/>
      <dgm:spPr/>
    </dgm:pt>
    <dgm:pt modelId="{096460FB-87B3-492D-ADDE-459A215F0C78}" type="pres">
      <dgm:prSet presAssocID="{E5C7A7EE-E540-45C7-9A40-2D9F1EEF21EF}" presName="DropPin" presStyleLbl="revTx" presStyleIdx="12" presStyleCnt="15"/>
      <dgm:spPr/>
    </dgm:pt>
    <dgm:pt modelId="{CBBB523D-8B75-499F-BD1A-AC4E53D846CA}" type="pres">
      <dgm:prSet presAssocID="{E5C7A7EE-E540-45C7-9A40-2D9F1EEF21EF}" presName="Ellipse" presStyleLbl="node2" presStyleIdx="4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781310F-DEC8-45DE-885C-C665CE9FA33D}" type="pres">
      <dgm:prSet presAssocID="{E5C7A7EE-E540-45C7-9A40-2D9F1EEF21EF}" presName="L2TextContainer" presStyleLbl="revTx" presStyleIdx="13" presStyleCnt="15">
        <dgm:presLayoutVars>
          <dgm:bulletEnabled val="1"/>
        </dgm:presLayoutVars>
      </dgm:prSet>
      <dgm:spPr/>
    </dgm:pt>
    <dgm:pt modelId="{742583D2-E1EF-4360-AC77-B89B8BF00A9B}" type="pres">
      <dgm:prSet presAssocID="{E5C7A7EE-E540-45C7-9A40-2D9F1EEF21EF}" presName="L1TextContainer" presStyleLbl="revTx" presStyleIdx="14" presStyleCnt="15">
        <dgm:presLayoutVars>
          <dgm:chMax val="1"/>
          <dgm:chPref val="1"/>
          <dgm:bulletEnabled val="1"/>
        </dgm:presLayoutVars>
      </dgm:prSet>
      <dgm:spPr/>
    </dgm:pt>
    <dgm:pt modelId="{55883EF5-6A2F-4DCC-916C-710FCD039354}" type="pres">
      <dgm:prSet presAssocID="{E5C7A7EE-E540-45C7-9A40-2D9F1EEF21EF}" presName="ConnectLine" presStyleLbl="sibTrans1D1" presStyleIdx="4" presStyleCnt="5"/>
      <dgm:spPr/>
    </dgm:pt>
    <dgm:pt modelId="{CC9E7E9E-940D-4553-81C5-B77FF6BC59B2}" type="pres">
      <dgm:prSet presAssocID="{E5C7A7EE-E540-45C7-9A40-2D9F1EEF21EF}" presName="EmptyPlaceHolder" presStyleCnt="0"/>
      <dgm:spPr/>
    </dgm:pt>
  </dgm:ptLst>
  <dgm:cxnLst>
    <dgm:cxn modelId="{BA8CF500-1726-4DEF-92E7-BC7B4024EA12}" type="presOf" srcId="{9E1B75D8-344C-4D2C-AD78-DA51DC470662}" destId="{A781310F-DEC8-45DE-885C-C665CE9FA33D}" srcOrd="0" destOrd="0" presId="urn:microsoft.com/office/officeart/2024/3/layout/BulletTimelineVariant1"/>
    <dgm:cxn modelId="{EA32770A-909C-4A1E-ACF2-2771B0657E24}" srcId="{F80D6F51-4EA5-4569-9F98-1CD26B43B59A}" destId="{16085AAD-22CF-4EB7-A4C5-AACA425A0D19}" srcOrd="0" destOrd="0" parTransId="{8A24875B-C626-4B68-B6FD-D73DBF55B595}" sibTransId="{92A50896-1FDE-4C56-9975-1C10C6A33D1A}"/>
    <dgm:cxn modelId="{D456E50A-8604-470B-86E1-31F0723B9F36}" type="presOf" srcId="{3DB7AAC9-11B5-43C7-A9A5-3287C5C126E8}" destId="{9D02A0AF-965B-4386-8EB2-58CD0F933766}" srcOrd="0" destOrd="0" presId="urn:microsoft.com/office/officeart/2024/3/layout/BulletTimelineVariant1"/>
    <dgm:cxn modelId="{EE69140E-D8F4-4E6D-A78F-E9B0BE1DEED8}" type="presOf" srcId="{98D64435-EAE9-4528-9EE9-5B3F0B99580A}" destId="{B8575BCC-0AE1-438C-9A99-4C5257681184}" srcOrd="0" destOrd="0" presId="urn:microsoft.com/office/officeart/2024/3/layout/BulletTimelineVariant1"/>
    <dgm:cxn modelId="{8470E011-252C-4A42-A614-B83395C9DD06}" srcId="{F80D6F51-4EA5-4569-9F98-1CD26B43B59A}" destId="{7CBF4A2D-B726-4AF6-9AB3-F0A619B6E212}" srcOrd="2" destOrd="0" parTransId="{8D7FB423-A707-4E77-B9D0-B7FF16E8607A}" sibTransId="{50463CE1-4A02-464F-BF7E-1EA760C755DC}"/>
    <dgm:cxn modelId="{6091B726-FA18-42CF-B5E9-89ACF3DF1F15}" type="presOf" srcId="{16085AAD-22CF-4EB7-A4C5-AACA425A0D19}" destId="{F48F361F-2612-49E0-B507-3DE11D5BE58D}" srcOrd="0" destOrd="0" presId="urn:microsoft.com/office/officeart/2024/3/layout/BulletTimelineVariant1"/>
    <dgm:cxn modelId="{26750C5D-CA28-491B-B05C-83586C91A437}" type="presOf" srcId="{F80D6F51-4EA5-4569-9F98-1CD26B43B59A}" destId="{A95C8066-162C-445A-BCD8-3B40AD7DD142}" srcOrd="0" destOrd="0" presId="urn:microsoft.com/office/officeart/2024/3/layout/BulletTimelineVariant1"/>
    <dgm:cxn modelId="{6D708041-12C5-4542-B1FD-C9FE4ED6018D}" type="presOf" srcId="{4F4D2F75-707E-4DDA-BEE3-DBF3733465DF}" destId="{00F9718A-2523-42D6-B608-9EAFB754636F}" srcOrd="0" destOrd="0" presId="urn:microsoft.com/office/officeart/2024/3/layout/BulletTimelineVariant1"/>
    <dgm:cxn modelId="{5F65756A-B2DE-4F44-95FB-264A83712008}" type="presOf" srcId="{39B42D69-7462-4930-A1F2-BA3045E3F930}" destId="{C9F23E75-001A-42ED-B57C-7B8E27A375F5}" srcOrd="0" destOrd="0" presId="urn:microsoft.com/office/officeart/2024/3/layout/BulletTimelineVariant1"/>
    <dgm:cxn modelId="{D4B9BF72-5B07-403E-88B7-6F0ECDB91E1F}" srcId="{39B42D69-7462-4930-A1F2-BA3045E3F930}" destId="{1BED5C77-75D0-4CD7-8F4F-663B56E0FBCD}" srcOrd="0" destOrd="0" parTransId="{2EE9ED53-4588-4726-BD3D-806D80E0C831}" sibTransId="{CB1A5FC8-C1AB-4095-ACBE-20F442CE116E}"/>
    <dgm:cxn modelId="{F09CAD73-E0D3-480D-9534-A48499BE2213}" srcId="{4F4D2F75-707E-4DDA-BEE3-DBF3733465DF}" destId="{C7429638-4DA8-43FF-83C4-DCBFF7490905}" srcOrd="0" destOrd="0" parTransId="{BCF2EC2E-3BE9-4D64-B416-72780B3055F3}" sibTransId="{2361AD68-BC1B-4FAB-B786-893BDD37BF22}"/>
    <dgm:cxn modelId="{85317F74-45E9-4DED-8030-57DD0AAEA4C4}" srcId="{F80D6F51-4EA5-4569-9F98-1CD26B43B59A}" destId="{39B42D69-7462-4930-A1F2-BA3045E3F930}" srcOrd="1" destOrd="0" parTransId="{FF8A3FD6-9FAC-487A-AE0A-0DE8CA122973}" sibTransId="{3DF1AF2E-3007-4639-B0B6-D011878CDE61}"/>
    <dgm:cxn modelId="{7A851B75-682C-4379-A752-415AB9A19860}" type="presOf" srcId="{E5C7A7EE-E540-45C7-9A40-2D9F1EEF21EF}" destId="{742583D2-E1EF-4360-AC77-B89B8BF00A9B}" srcOrd="0" destOrd="0" presId="urn:microsoft.com/office/officeart/2024/3/layout/BulletTimelineVariant1"/>
    <dgm:cxn modelId="{33F23776-38CA-4260-A894-5A1079C85681}" type="presOf" srcId="{1BED5C77-75D0-4CD7-8F4F-663B56E0FBCD}" destId="{60DEA235-72FB-4FD2-882E-30F564084402}" srcOrd="0" destOrd="0" presId="urn:microsoft.com/office/officeart/2024/3/layout/BulletTimelineVariant1"/>
    <dgm:cxn modelId="{3FBA157E-D13D-4932-9D28-F73380E90471}" srcId="{7CBF4A2D-B726-4AF6-9AB3-F0A619B6E212}" destId="{3DB7AAC9-11B5-43C7-A9A5-3287C5C126E8}" srcOrd="0" destOrd="0" parTransId="{EA0B3AF3-21AB-4FDE-9909-A56FB688E558}" sibTransId="{C606936C-8C17-4D27-9753-40854770910B}"/>
    <dgm:cxn modelId="{AD3F2594-D4E0-4A27-808D-593A803F7FF1}" srcId="{F80D6F51-4EA5-4569-9F98-1CD26B43B59A}" destId="{E5C7A7EE-E540-45C7-9A40-2D9F1EEF21EF}" srcOrd="4" destOrd="0" parTransId="{B7559C27-9E48-491B-88D9-F2E8724FCF14}" sibTransId="{69D71967-ACA2-4039-9AE6-361764C4DE48}"/>
    <dgm:cxn modelId="{57815F97-DE59-4B8F-A58A-6AB904162876}" type="presOf" srcId="{C7429638-4DA8-43FF-83C4-DCBFF7490905}" destId="{D97DBFA4-32BB-4F31-8710-FC429DD29E53}" srcOrd="0" destOrd="0" presId="urn:microsoft.com/office/officeart/2024/3/layout/BulletTimelineVariant1"/>
    <dgm:cxn modelId="{076906B2-259D-4565-8F69-E7BE2BCAC30B}" srcId="{F80D6F51-4EA5-4569-9F98-1CD26B43B59A}" destId="{4F4D2F75-707E-4DDA-BEE3-DBF3733465DF}" srcOrd="3" destOrd="0" parTransId="{15F2CFD4-BA38-40FF-8A25-936603F9FB5C}" sibTransId="{BF47E8F9-2DF2-410A-8C20-B731C2365B09}"/>
    <dgm:cxn modelId="{2615CEDB-1389-4B18-9EEC-4EFF09F11606}" srcId="{E5C7A7EE-E540-45C7-9A40-2D9F1EEF21EF}" destId="{9E1B75D8-344C-4D2C-AD78-DA51DC470662}" srcOrd="0" destOrd="0" parTransId="{D2BE7382-370B-4C84-A59A-25D28AB4873E}" sibTransId="{198D9D98-BC75-4258-8332-85CC08989D4E}"/>
    <dgm:cxn modelId="{F5620ADC-4974-40C0-95E0-D8446BB02F9C}" type="presOf" srcId="{7CBF4A2D-B726-4AF6-9AB3-F0A619B6E212}" destId="{3EF08D09-458E-4030-B9BB-6A917BC1907C}" srcOrd="0" destOrd="0" presId="urn:microsoft.com/office/officeart/2024/3/layout/BulletTimelineVariant1"/>
    <dgm:cxn modelId="{82252BDC-6E1F-4140-867C-184725816DB6}" srcId="{16085AAD-22CF-4EB7-A4C5-AACA425A0D19}" destId="{98D64435-EAE9-4528-9EE9-5B3F0B99580A}" srcOrd="0" destOrd="0" parTransId="{7E44FE07-BE28-4C8D-914E-8BDA93A894F0}" sibTransId="{900660EC-95EA-487F-820E-2A0059C94B7F}"/>
    <dgm:cxn modelId="{C057767F-BE71-43AC-9A8F-00E1D51039CB}" type="presParOf" srcId="{A95C8066-162C-445A-BCD8-3B40AD7DD142}" destId="{72D8F23A-D5C7-42E6-87A2-F5F7D15D6C39}" srcOrd="0" destOrd="0" presId="urn:microsoft.com/office/officeart/2024/3/layout/BulletTimelineVariant1"/>
    <dgm:cxn modelId="{6DBD6C49-D7A9-409E-AAFF-5A4EAB6933F5}" type="presParOf" srcId="{A95C8066-162C-445A-BCD8-3B40AD7DD142}" destId="{2442CD32-56B3-49FF-BD2F-AB1AAEBEC5DF}" srcOrd="1" destOrd="0" presId="urn:microsoft.com/office/officeart/2024/3/layout/BulletTimelineVariant1"/>
    <dgm:cxn modelId="{46C3E0C2-400B-4240-8E8C-ED02E945C2BE}" type="presParOf" srcId="{2442CD32-56B3-49FF-BD2F-AB1AAEBEC5DF}" destId="{1FF59423-6BD3-492E-891C-884974597AB7}" srcOrd="0" destOrd="0" presId="urn:microsoft.com/office/officeart/2024/3/layout/BulletTimelineVariant1"/>
    <dgm:cxn modelId="{072E1F02-A454-4755-816C-0B96232124D2}" type="presParOf" srcId="{1FF59423-6BD3-492E-891C-884974597AB7}" destId="{4766BD9E-B321-450F-9C07-62C911561916}" srcOrd="0" destOrd="0" presId="urn:microsoft.com/office/officeart/2024/3/layout/BulletTimelineVariant1"/>
    <dgm:cxn modelId="{102D0230-BF1A-4D8C-B861-82FBB4074DB8}" type="presParOf" srcId="{1FF59423-6BD3-492E-891C-884974597AB7}" destId="{B306BC89-FBC4-4BCE-ABF5-A1942964AF64}" srcOrd="1" destOrd="0" presId="urn:microsoft.com/office/officeart/2024/3/layout/BulletTimelineVariant1"/>
    <dgm:cxn modelId="{AA7B528C-38B8-4993-82BC-4383F133EFD1}" type="presParOf" srcId="{B306BC89-FBC4-4BCE-ABF5-A1942964AF64}" destId="{A86E9BDF-5562-48E5-AB22-4F2E11FA3808}" srcOrd="0" destOrd="0" presId="urn:microsoft.com/office/officeart/2024/3/layout/BulletTimelineVariant1"/>
    <dgm:cxn modelId="{010965EB-7FB1-421E-B890-5C80DE5CFA8F}" type="presParOf" srcId="{B306BC89-FBC4-4BCE-ABF5-A1942964AF64}" destId="{61156EB3-16BE-4852-AC46-2BAD1CF849B9}" srcOrd="1" destOrd="0" presId="urn:microsoft.com/office/officeart/2024/3/layout/BulletTimelineVariant1"/>
    <dgm:cxn modelId="{46AC5E43-9439-48B6-927C-088C77161F97}" type="presParOf" srcId="{1FF59423-6BD3-492E-891C-884974597AB7}" destId="{B8575BCC-0AE1-438C-9A99-4C5257681184}" srcOrd="2" destOrd="0" presId="urn:microsoft.com/office/officeart/2024/3/layout/BulletTimelineVariant1"/>
    <dgm:cxn modelId="{EE2E437F-EF13-4D92-9455-6B5917E539BE}" type="presParOf" srcId="{1FF59423-6BD3-492E-891C-884974597AB7}" destId="{F48F361F-2612-49E0-B507-3DE11D5BE58D}" srcOrd="3" destOrd="0" presId="urn:microsoft.com/office/officeart/2024/3/layout/BulletTimelineVariant1"/>
    <dgm:cxn modelId="{696BAC10-DA72-4411-9E1C-A23C0018A8E2}" type="presParOf" srcId="{1FF59423-6BD3-492E-891C-884974597AB7}" destId="{38B956A2-2C40-4CD5-B8FC-F6A6D93FB362}" srcOrd="4" destOrd="0" presId="urn:microsoft.com/office/officeart/2024/3/layout/BulletTimelineVariant1"/>
    <dgm:cxn modelId="{699D052A-1CF5-4028-9560-180821942B30}" type="presParOf" srcId="{1FF59423-6BD3-492E-891C-884974597AB7}" destId="{92C044C7-F9CB-43DC-8321-6D513E01F4E1}" srcOrd="5" destOrd="0" presId="urn:microsoft.com/office/officeart/2024/3/layout/BulletTimelineVariant1"/>
    <dgm:cxn modelId="{35BF8E70-B3E3-4216-A1BC-00C73513AAFB}" type="presParOf" srcId="{2442CD32-56B3-49FF-BD2F-AB1AAEBEC5DF}" destId="{18599A62-40CA-4670-A41F-D5ED576D1542}" srcOrd="1" destOrd="0" presId="urn:microsoft.com/office/officeart/2024/3/layout/BulletTimelineVariant1"/>
    <dgm:cxn modelId="{CC6343C7-1AD7-49E5-8B17-42D2D827252C}" type="presParOf" srcId="{2442CD32-56B3-49FF-BD2F-AB1AAEBEC5DF}" destId="{711CDFC5-9503-45BB-B363-FE0ABC77B2B2}" srcOrd="2" destOrd="0" presId="urn:microsoft.com/office/officeart/2024/3/layout/BulletTimelineVariant1"/>
    <dgm:cxn modelId="{D99FA9DC-2347-4BDC-80A0-DEF525FE0C34}" type="presParOf" srcId="{711CDFC5-9503-45BB-B363-FE0ABC77B2B2}" destId="{C2E75DD2-0104-4519-887A-E011E6C1501F}" srcOrd="0" destOrd="0" presId="urn:microsoft.com/office/officeart/2024/3/layout/BulletTimelineVariant1"/>
    <dgm:cxn modelId="{73622B14-A4E0-41D0-8C1B-74FF0FF184FA}" type="presParOf" srcId="{711CDFC5-9503-45BB-B363-FE0ABC77B2B2}" destId="{5B6B514C-BD37-4BD0-BF13-E3FCA7213F49}" srcOrd="1" destOrd="0" presId="urn:microsoft.com/office/officeart/2024/3/layout/BulletTimelineVariant1"/>
    <dgm:cxn modelId="{FE605D0A-23EA-4B61-B7CC-D0530BE32AE1}" type="presParOf" srcId="{5B6B514C-BD37-4BD0-BF13-E3FCA7213F49}" destId="{F8BF4BBA-0B16-41A9-8C72-5B7CC203E81B}" srcOrd="0" destOrd="0" presId="urn:microsoft.com/office/officeart/2024/3/layout/BulletTimelineVariant1"/>
    <dgm:cxn modelId="{2195C764-7241-459E-823A-40FE4027FDB1}" type="presParOf" srcId="{5B6B514C-BD37-4BD0-BF13-E3FCA7213F49}" destId="{AA7DBCF2-F481-4A08-8CF1-36EA2F0ACA03}" srcOrd="1" destOrd="0" presId="urn:microsoft.com/office/officeart/2024/3/layout/BulletTimelineVariant1"/>
    <dgm:cxn modelId="{D8CB82D7-CB35-45B3-9B9F-34082CD4BAA7}" type="presParOf" srcId="{711CDFC5-9503-45BB-B363-FE0ABC77B2B2}" destId="{60DEA235-72FB-4FD2-882E-30F564084402}" srcOrd="2" destOrd="0" presId="urn:microsoft.com/office/officeart/2024/3/layout/BulletTimelineVariant1"/>
    <dgm:cxn modelId="{64086663-C638-4F08-AFEE-6E778430DCC5}" type="presParOf" srcId="{711CDFC5-9503-45BB-B363-FE0ABC77B2B2}" destId="{C9F23E75-001A-42ED-B57C-7B8E27A375F5}" srcOrd="3" destOrd="0" presId="urn:microsoft.com/office/officeart/2024/3/layout/BulletTimelineVariant1"/>
    <dgm:cxn modelId="{658683FC-4CF3-4388-A6E4-9AE5570A319B}" type="presParOf" srcId="{711CDFC5-9503-45BB-B363-FE0ABC77B2B2}" destId="{8C3CCB5E-8128-4FD9-969F-74E8392C3989}" srcOrd="4" destOrd="0" presId="urn:microsoft.com/office/officeart/2024/3/layout/BulletTimelineVariant1"/>
    <dgm:cxn modelId="{966AF9BD-C0E5-41F6-8B76-7E8D85A52110}" type="presParOf" srcId="{711CDFC5-9503-45BB-B363-FE0ABC77B2B2}" destId="{190D94EA-0CCA-4F99-A199-EEF8E4166244}" srcOrd="5" destOrd="0" presId="urn:microsoft.com/office/officeart/2024/3/layout/BulletTimelineVariant1"/>
    <dgm:cxn modelId="{D611ECE0-E723-41CD-856A-E5EB0DA8C23A}" type="presParOf" srcId="{2442CD32-56B3-49FF-BD2F-AB1AAEBEC5DF}" destId="{F3AAF133-DCC7-4EE4-8887-FB00DDBED49D}" srcOrd="3" destOrd="0" presId="urn:microsoft.com/office/officeart/2024/3/layout/BulletTimelineVariant1"/>
    <dgm:cxn modelId="{52458D8D-9FD8-4768-954D-009674F2B934}" type="presParOf" srcId="{2442CD32-56B3-49FF-BD2F-AB1AAEBEC5DF}" destId="{D1C4C480-E06D-4E68-AC1E-6754771A2148}" srcOrd="4" destOrd="0" presId="urn:microsoft.com/office/officeart/2024/3/layout/BulletTimelineVariant1"/>
    <dgm:cxn modelId="{35D14F29-8BC4-4C9D-9EAF-9256EF31CC7F}" type="presParOf" srcId="{D1C4C480-E06D-4E68-AC1E-6754771A2148}" destId="{6299E097-2285-4961-8C7A-4E5ABA25BAC6}" srcOrd="0" destOrd="0" presId="urn:microsoft.com/office/officeart/2024/3/layout/BulletTimelineVariant1"/>
    <dgm:cxn modelId="{4AB08BAD-F6CD-4E62-8E11-505530A7C9BC}" type="presParOf" srcId="{D1C4C480-E06D-4E68-AC1E-6754771A2148}" destId="{311B6611-8C96-4632-AA74-AEFE0BA8E291}" srcOrd="1" destOrd="0" presId="urn:microsoft.com/office/officeart/2024/3/layout/BulletTimelineVariant1"/>
    <dgm:cxn modelId="{24F618C1-76D2-4751-9D27-EE04E6A7CE4A}" type="presParOf" srcId="{311B6611-8C96-4632-AA74-AEFE0BA8E291}" destId="{A2D23B62-0387-4BB4-B6F8-2D483B350767}" srcOrd="0" destOrd="0" presId="urn:microsoft.com/office/officeart/2024/3/layout/BulletTimelineVariant1"/>
    <dgm:cxn modelId="{7A8AAD55-4F5F-4017-ABFF-0BF590E505CA}" type="presParOf" srcId="{311B6611-8C96-4632-AA74-AEFE0BA8E291}" destId="{49E23A6E-DF5F-4434-B356-C29094D4A911}" srcOrd="1" destOrd="0" presId="urn:microsoft.com/office/officeart/2024/3/layout/BulletTimelineVariant1"/>
    <dgm:cxn modelId="{4EF985D6-2BE3-4CB7-B460-E95A8564EBCC}" type="presParOf" srcId="{D1C4C480-E06D-4E68-AC1E-6754771A2148}" destId="{9D02A0AF-965B-4386-8EB2-58CD0F933766}" srcOrd="2" destOrd="0" presId="urn:microsoft.com/office/officeart/2024/3/layout/BulletTimelineVariant1"/>
    <dgm:cxn modelId="{3337CD21-A5D8-4AED-9397-6CC5322F6184}" type="presParOf" srcId="{D1C4C480-E06D-4E68-AC1E-6754771A2148}" destId="{3EF08D09-458E-4030-B9BB-6A917BC1907C}" srcOrd="3" destOrd="0" presId="urn:microsoft.com/office/officeart/2024/3/layout/BulletTimelineVariant1"/>
    <dgm:cxn modelId="{DC9A8FE5-A204-4B69-803D-352BAC17269D}" type="presParOf" srcId="{D1C4C480-E06D-4E68-AC1E-6754771A2148}" destId="{183AFB0A-2059-45BA-B4A9-0F9FCA77FDDD}" srcOrd="4" destOrd="0" presId="urn:microsoft.com/office/officeart/2024/3/layout/BulletTimelineVariant1"/>
    <dgm:cxn modelId="{443BA565-C8E5-42E0-BE0F-8BBFCA55F697}" type="presParOf" srcId="{D1C4C480-E06D-4E68-AC1E-6754771A2148}" destId="{2F61613F-50E1-487F-875A-D3D545061C96}" srcOrd="5" destOrd="0" presId="urn:microsoft.com/office/officeart/2024/3/layout/BulletTimelineVariant1"/>
    <dgm:cxn modelId="{F7529319-FE0F-4F48-9589-278F28223A79}" type="presParOf" srcId="{2442CD32-56B3-49FF-BD2F-AB1AAEBEC5DF}" destId="{72079F3C-2D7F-4E3C-9EC6-64C4C1D9DD9A}" srcOrd="5" destOrd="0" presId="urn:microsoft.com/office/officeart/2024/3/layout/BulletTimelineVariant1"/>
    <dgm:cxn modelId="{F80376B3-B53F-4BF3-8A61-8901933B29E6}" type="presParOf" srcId="{2442CD32-56B3-49FF-BD2F-AB1AAEBEC5DF}" destId="{A86C83F1-B398-4A77-8228-102D3DC7E7B0}" srcOrd="6" destOrd="0" presId="urn:microsoft.com/office/officeart/2024/3/layout/BulletTimelineVariant1"/>
    <dgm:cxn modelId="{936D44E3-2DD2-48E5-A3EA-49731031549E}" type="presParOf" srcId="{A86C83F1-B398-4A77-8228-102D3DC7E7B0}" destId="{C3D62086-6204-4493-9016-BD23F8FCA201}" srcOrd="0" destOrd="0" presId="urn:microsoft.com/office/officeart/2024/3/layout/BulletTimelineVariant1"/>
    <dgm:cxn modelId="{01136E81-2873-4D05-B764-D32E1760CFA9}" type="presParOf" srcId="{A86C83F1-B398-4A77-8228-102D3DC7E7B0}" destId="{928B6B12-957E-4272-B8B1-3D2777032CCB}" srcOrd="1" destOrd="0" presId="urn:microsoft.com/office/officeart/2024/3/layout/BulletTimelineVariant1"/>
    <dgm:cxn modelId="{7A80F096-213A-4F0C-947F-D0DA94808B59}" type="presParOf" srcId="{928B6B12-957E-4272-B8B1-3D2777032CCB}" destId="{399781F7-2F35-47C5-B960-3915860930D2}" srcOrd="0" destOrd="0" presId="urn:microsoft.com/office/officeart/2024/3/layout/BulletTimelineVariant1"/>
    <dgm:cxn modelId="{39D18178-2A15-4860-B9F6-3C0AE91B728A}" type="presParOf" srcId="{928B6B12-957E-4272-B8B1-3D2777032CCB}" destId="{171A4EBB-7A71-4254-8919-44738E02F10F}" srcOrd="1" destOrd="0" presId="urn:microsoft.com/office/officeart/2024/3/layout/BulletTimelineVariant1"/>
    <dgm:cxn modelId="{09D34372-0279-4D3B-8E6B-499BC1D28D89}" type="presParOf" srcId="{A86C83F1-B398-4A77-8228-102D3DC7E7B0}" destId="{D97DBFA4-32BB-4F31-8710-FC429DD29E53}" srcOrd="2" destOrd="0" presId="urn:microsoft.com/office/officeart/2024/3/layout/BulletTimelineVariant1"/>
    <dgm:cxn modelId="{449A96C5-3ACF-4729-A3B0-5625010E36EC}" type="presParOf" srcId="{A86C83F1-B398-4A77-8228-102D3DC7E7B0}" destId="{00F9718A-2523-42D6-B608-9EAFB754636F}" srcOrd="3" destOrd="0" presId="urn:microsoft.com/office/officeart/2024/3/layout/BulletTimelineVariant1"/>
    <dgm:cxn modelId="{25E58E3B-5753-4E57-A932-F014335A5CF9}" type="presParOf" srcId="{A86C83F1-B398-4A77-8228-102D3DC7E7B0}" destId="{A11A82FD-29BB-4B04-9FC7-8D628659C49F}" srcOrd="4" destOrd="0" presId="urn:microsoft.com/office/officeart/2024/3/layout/BulletTimelineVariant1"/>
    <dgm:cxn modelId="{FFA06D0A-C6BF-4865-9E5A-132D7816E02C}" type="presParOf" srcId="{A86C83F1-B398-4A77-8228-102D3DC7E7B0}" destId="{74DD4267-36E0-4BAD-B4AA-11D212151C3A}" srcOrd="5" destOrd="0" presId="urn:microsoft.com/office/officeart/2024/3/layout/BulletTimelineVariant1"/>
    <dgm:cxn modelId="{A6A1C7D2-2403-4F50-83B5-C006A1E6F217}" type="presParOf" srcId="{2442CD32-56B3-49FF-BD2F-AB1AAEBEC5DF}" destId="{F1C460AB-EB58-436D-BA96-C0D5ADC81752}" srcOrd="7" destOrd="0" presId="urn:microsoft.com/office/officeart/2024/3/layout/BulletTimelineVariant1"/>
    <dgm:cxn modelId="{1ABCBCD1-2171-40AE-B228-3961C21BCC55}" type="presParOf" srcId="{2442CD32-56B3-49FF-BD2F-AB1AAEBEC5DF}" destId="{5978A1FA-A04B-469D-A808-8978047401BA}" srcOrd="8" destOrd="0" presId="urn:microsoft.com/office/officeart/2024/3/layout/BulletTimelineVariant1"/>
    <dgm:cxn modelId="{12792B8F-2692-4E7D-BCF3-99772AEA4206}" type="presParOf" srcId="{5978A1FA-A04B-469D-A808-8978047401BA}" destId="{D1A152EF-D707-433D-803F-5A33963D7776}" srcOrd="0" destOrd="0" presId="urn:microsoft.com/office/officeart/2024/3/layout/BulletTimelineVariant1"/>
    <dgm:cxn modelId="{FF8EB543-442A-436F-A3AF-ACEB3A9331D2}" type="presParOf" srcId="{5978A1FA-A04B-469D-A808-8978047401BA}" destId="{02A0B93F-9C76-4BC7-8343-7CBE89CC430A}" srcOrd="1" destOrd="0" presId="urn:microsoft.com/office/officeart/2024/3/layout/BulletTimelineVariant1"/>
    <dgm:cxn modelId="{9BCB4763-CC8D-4AA0-A23C-B1CF0414A667}" type="presParOf" srcId="{02A0B93F-9C76-4BC7-8343-7CBE89CC430A}" destId="{096460FB-87B3-492D-ADDE-459A215F0C78}" srcOrd="0" destOrd="0" presId="urn:microsoft.com/office/officeart/2024/3/layout/BulletTimelineVariant1"/>
    <dgm:cxn modelId="{A7CE3961-99A5-454B-BEC8-0C0733EC594C}" type="presParOf" srcId="{02A0B93F-9C76-4BC7-8343-7CBE89CC430A}" destId="{CBBB523D-8B75-499F-BD1A-AC4E53D846CA}" srcOrd="1" destOrd="0" presId="urn:microsoft.com/office/officeart/2024/3/layout/BulletTimelineVariant1"/>
    <dgm:cxn modelId="{E4F554CF-2445-4870-9574-EE40A6A30FD4}" type="presParOf" srcId="{5978A1FA-A04B-469D-A808-8978047401BA}" destId="{A781310F-DEC8-45DE-885C-C665CE9FA33D}" srcOrd="2" destOrd="0" presId="urn:microsoft.com/office/officeart/2024/3/layout/BulletTimelineVariant1"/>
    <dgm:cxn modelId="{7C3CCA0C-0DAB-4474-A087-403A16DB6203}" type="presParOf" srcId="{5978A1FA-A04B-469D-A808-8978047401BA}" destId="{742583D2-E1EF-4360-AC77-B89B8BF00A9B}" srcOrd="3" destOrd="0" presId="urn:microsoft.com/office/officeart/2024/3/layout/BulletTimelineVariant1"/>
    <dgm:cxn modelId="{B762DA77-5614-45DA-96B5-1A96499016D8}" type="presParOf" srcId="{5978A1FA-A04B-469D-A808-8978047401BA}" destId="{55883EF5-6A2F-4DCC-916C-710FCD039354}" srcOrd="4" destOrd="0" presId="urn:microsoft.com/office/officeart/2024/3/layout/BulletTimelineVariant1"/>
    <dgm:cxn modelId="{DEEF5C42-0367-41C5-91B9-0486DDC00087}" type="presParOf" srcId="{5978A1FA-A04B-469D-A808-8978047401BA}" destId="{CC9E7E9E-940D-4553-81C5-B77FF6BC59B2}" srcOrd="5" destOrd="0" presId="urn:microsoft.com/office/officeart/2024/3/layout/BulletTimelineVarian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6508B-A7AA-4901-81A2-116AE1C4CE72}">
      <dsp:nvSpPr>
        <dsp:cNvPr id="0" name=""/>
        <dsp:cNvSpPr/>
      </dsp:nvSpPr>
      <dsp:spPr>
        <a:xfrm>
          <a:off x="0" y="0"/>
          <a:ext cx="71596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27A6F-B7DE-49E5-BC3A-5CA6B3534DE6}">
      <dsp:nvSpPr>
        <dsp:cNvPr id="0" name=""/>
        <dsp:cNvSpPr/>
      </dsp:nvSpPr>
      <dsp:spPr>
        <a:xfrm>
          <a:off x="0" y="0"/>
          <a:ext cx="1431925" cy="5724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Insights</a:t>
          </a:r>
          <a:endParaRPr lang="en-US" sz="2900" kern="1200"/>
        </a:p>
      </dsp:txBody>
      <dsp:txXfrm>
        <a:off x="0" y="0"/>
        <a:ext cx="1431925" cy="5724524"/>
      </dsp:txXfrm>
    </dsp:sp>
    <dsp:sp modelId="{1F1BCA80-7D8B-402E-9934-41726AFDFD4D}">
      <dsp:nvSpPr>
        <dsp:cNvPr id="0" name=""/>
        <dsp:cNvSpPr/>
      </dsp:nvSpPr>
      <dsp:spPr>
        <a:xfrm>
          <a:off x="1539319" y="67293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Research and Development department recorded the highest attrition.</a:t>
          </a:r>
        </a:p>
      </dsp:txBody>
      <dsp:txXfrm>
        <a:off x="1539319" y="67293"/>
        <a:ext cx="5620305" cy="1345878"/>
      </dsp:txXfrm>
    </dsp:sp>
    <dsp:sp modelId="{2EF50D09-B2AA-41FD-BDE0-1586013A1482}">
      <dsp:nvSpPr>
        <dsp:cNvPr id="0" name=""/>
        <dsp:cNvSpPr/>
      </dsp:nvSpPr>
      <dsp:spPr>
        <a:xfrm>
          <a:off x="1431925" y="1413172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1083A-2364-41D8-A8D6-A3590A1FC78B}">
      <dsp:nvSpPr>
        <dsp:cNvPr id="0" name=""/>
        <dsp:cNvSpPr/>
      </dsp:nvSpPr>
      <dsp:spPr>
        <a:xfrm>
          <a:off x="1539319" y="1480466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Young Adult and experienced groups showed comparatively lower attrition.</a:t>
          </a:r>
        </a:p>
      </dsp:txBody>
      <dsp:txXfrm>
        <a:off x="1539319" y="1480466"/>
        <a:ext cx="5620305" cy="1345878"/>
      </dsp:txXfrm>
    </dsp:sp>
    <dsp:sp modelId="{29C0569B-71E3-4A8F-9726-BF87F8E2F2B3}">
      <dsp:nvSpPr>
        <dsp:cNvPr id="0" name=""/>
        <dsp:cNvSpPr/>
      </dsp:nvSpPr>
      <dsp:spPr>
        <a:xfrm>
          <a:off x="1431925" y="2826344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CD0BE-7EA5-425D-A9C4-BF89D048D6D3}">
      <dsp:nvSpPr>
        <dsp:cNvPr id="0" name=""/>
        <dsp:cNvSpPr/>
      </dsp:nvSpPr>
      <dsp:spPr>
        <a:xfrm>
          <a:off x="1539319" y="2893638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Laboratory Technicians experienced the highest attrition among all job roles.</a:t>
          </a:r>
        </a:p>
      </dsp:txBody>
      <dsp:txXfrm>
        <a:off x="1539319" y="2893638"/>
        <a:ext cx="5620305" cy="1345878"/>
      </dsp:txXfrm>
    </dsp:sp>
    <dsp:sp modelId="{A8CCA02A-1AE8-40A7-9CAC-FA4FDC606EF5}">
      <dsp:nvSpPr>
        <dsp:cNvPr id="0" name=""/>
        <dsp:cNvSpPr/>
      </dsp:nvSpPr>
      <dsp:spPr>
        <a:xfrm>
          <a:off x="1431925" y="4239516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0AD9D-1912-4740-ACD0-206FEA231596}">
      <dsp:nvSpPr>
        <dsp:cNvPr id="0" name=""/>
        <dsp:cNvSpPr/>
      </dsp:nvSpPr>
      <dsp:spPr>
        <a:xfrm>
          <a:off x="1539319" y="4306810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Sales Executives and Research Scientists also showed elevated turnover</a:t>
          </a:r>
        </a:p>
      </dsp:txBody>
      <dsp:txXfrm>
        <a:off x="1539319" y="4306810"/>
        <a:ext cx="5620305" cy="1345878"/>
      </dsp:txXfrm>
    </dsp:sp>
    <dsp:sp modelId="{AE288499-DA01-4D35-A500-BFA159D74252}">
      <dsp:nvSpPr>
        <dsp:cNvPr id="0" name=""/>
        <dsp:cNvSpPr/>
      </dsp:nvSpPr>
      <dsp:spPr>
        <a:xfrm>
          <a:off x="1431925" y="5652688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6508B-A7AA-4901-81A2-116AE1C4CE72}">
      <dsp:nvSpPr>
        <dsp:cNvPr id="0" name=""/>
        <dsp:cNvSpPr/>
      </dsp:nvSpPr>
      <dsp:spPr>
        <a:xfrm>
          <a:off x="0" y="0"/>
          <a:ext cx="71596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27A6F-B7DE-49E5-BC3A-5CA6B3534DE6}">
      <dsp:nvSpPr>
        <dsp:cNvPr id="0" name=""/>
        <dsp:cNvSpPr/>
      </dsp:nvSpPr>
      <dsp:spPr>
        <a:xfrm>
          <a:off x="0" y="0"/>
          <a:ext cx="1431925" cy="5724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Insights</a:t>
          </a:r>
          <a:endParaRPr lang="en-US" sz="2900" kern="1200"/>
        </a:p>
      </dsp:txBody>
      <dsp:txXfrm>
        <a:off x="0" y="0"/>
        <a:ext cx="1431925" cy="5724524"/>
      </dsp:txXfrm>
    </dsp:sp>
    <dsp:sp modelId="{1F1BCA80-7D8B-402E-9934-41726AFDFD4D}">
      <dsp:nvSpPr>
        <dsp:cNvPr id="0" name=""/>
        <dsp:cNvSpPr/>
      </dsp:nvSpPr>
      <dsp:spPr>
        <a:xfrm>
          <a:off x="1539319" y="67293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Mid-career employees contributed the highest number of attrition cases.</a:t>
          </a:r>
        </a:p>
      </dsp:txBody>
      <dsp:txXfrm>
        <a:off x="1539319" y="67293"/>
        <a:ext cx="5620305" cy="1345878"/>
      </dsp:txXfrm>
    </dsp:sp>
    <dsp:sp modelId="{2EF50D09-B2AA-41FD-BDE0-1586013A1482}">
      <dsp:nvSpPr>
        <dsp:cNvPr id="0" name=""/>
        <dsp:cNvSpPr/>
      </dsp:nvSpPr>
      <dsp:spPr>
        <a:xfrm>
          <a:off x="1431925" y="1413172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1083A-2364-41D8-A8D6-A3590A1FC78B}">
      <dsp:nvSpPr>
        <dsp:cNvPr id="0" name=""/>
        <dsp:cNvSpPr/>
      </dsp:nvSpPr>
      <dsp:spPr>
        <a:xfrm>
          <a:off x="1539319" y="1480466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Sales department has the second highest attrition.</a:t>
          </a:r>
        </a:p>
      </dsp:txBody>
      <dsp:txXfrm>
        <a:off x="1539319" y="1480466"/>
        <a:ext cx="5620305" cy="1345878"/>
      </dsp:txXfrm>
    </dsp:sp>
    <dsp:sp modelId="{29C0569B-71E3-4A8F-9726-BF87F8E2F2B3}">
      <dsp:nvSpPr>
        <dsp:cNvPr id="0" name=""/>
        <dsp:cNvSpPr/>
      </dsp:nvSpPr>
      <dsp:spPr>
        <a:xfrm>
          <a:off x="1431925" y="2826344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CD0BE-7EA5-425D-A9C4-BF89D048D6D3}">
      <dsp:nvSpPr>
        <dsp:cNvPr id="0" name=""/>
        <dsp:cNvSpPr/>
      </dsp:nvSpPr>
      <dsp:spPr>
        <a:xfrm>
          <a:off x="1539319" y="2893638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Male employees accounted for approximately 63% of total attrition.</a:t>
          </a:r>
        </a:p>
      </dsp:txBody>
      <dsp:txXfrm>
        <a:off x="1539319" y="2893638"/>
        <a:ext cx="5620305" cy="1345878"/>
      </dsp:txXfrm>
    </dsp:sp>
    <dsp:sp modelId="{A8CCA02A-1AE8-40A7-9CAC-FA4FDC606EF5}">
      <dsp:nvSpPr>
        <dsp:cNvPr id="0" name=""/>
        <dsp:cNvSpPr/>
      </dsp:nvSpPr>
      <dsp:spPr>
        <a:xfrm>
          <a:off x="1431925" y="4239516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0AD9D-1912-4740-ACD0-206FEA231596}">
      <dsp:nvSpPr>
        <dsp:cNvPr id="0" name=""/>
        <dsp:cNvSpPr/>
      </dsp:nvSpPr>
      <dsp:spPr>
        <a:xfrm>
          <a:off x="1539319" y="4306810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Female employees accounted for approximately 37%.</a:t>
          </a:r>
        </a:p>
      </dsp:txBody>
      <dsp:txXfrm>
        <a:off x="1539319" y="4306810"/>
        <a:ext cx="5620305" cy="1345878"/>
      </dsp:txXfrm>
    </dsp:sp>
    <dsp:sp modelId="{AE288499-DA01-4D35-A500-BFA159D74252}">
      <dsp:nvSpPr>
        <dsp:cNvPr id="0" name=""/>
        <dsp:cNvSpPr/>
      </dsp:nvSpPr>
      <dsp:spPr>
        <a:xfrm>
          <a:off x="1431925" y="5652688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6508B-A7AA-4901-81A2-116AE1C4CE72}">
      <dsp:nvSpPr>
        <dsp:cNvPr id="0" name=""/>
        <dsp:cNvSpPr/>
      </dsp:nvSpPr>
      <dsp:spPr>
        <a:xfrm>
          <a:off x="0" y="0"/>
          <a:ext cx="71596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27A6F-B7DE-49E5-BC3A-5CA6B3534DE6}">
      <dsp:nvSpPr>
        <dsp:cNvPr id="0" name=""/>
        <dsp:cNvSpPr/>
      </dsp:nvSpPr>
      <dsp:spPr>
        <a:xfrm>
          <a:off x="0" y="0"/>
          <a:ext cx="1431925" cy="5724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Insights</a:t>
          </a:r>
          <a:endParaRPr lang="en-US" sz="2900" kern="1200"/>
        </a:p>
      </dsp:txBody>
      <dsp:txXfrm>
        <a:off x="0" y="0"/>
        <a:ext cx="1431925" cy="5724524"/>
      </dsp:txXfrm>
    </dsp:sp>
    <dsp:sp modelId="{1F1BCA80-7D8B-402E-9934-41726AFDFD4D}">
      <dsp:nvSpPr>
        <dsp:cNvPr id="0" name=""/>
        <dsp:cNvSpPr/>
      </dsp:nvSpPr>
      <dsp:spPr>
        <a:xfrm>
          <a:off x="1539319" y="67293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Employees in the Low salary category experienced significantly higher attrition </a:t>
          </a:r>
        </a:p>
      </dsp:txBody>
      <dsp:txXfrm>
        <a:off x="1539319" y="67293"/>
        <a:ext cx="5620305" cy="1345878"/>
      </dsp:txXfrm>
    </dsp:sp>
    <dsp:sp modelId="{2EF50D09-B2AA-41FD-BDE0-1586013A1482}">
      <dsp:nvSpPr>
        <dsp:cNvPr id="0" name=""/>
        <dsp:cNvSpPr/>
      </dsp:nvSpPr>
      <dsp:spPr>
        <a:xfrm>
          <a:off x="1431925" y="1413172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1083A-2364-41D8-A8D6-A3590A1FC78B}">
      <dsp:nvSpPr>
        <dsp:cNvPr id="0" name=""/>
        <dsp:cNvSpPr/>
      </dsp:nvSpPr>
      <dsp:spPr>
        <a:xfrm>
          <a:off x="1539319" y="1480466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Medium and High Salary  groups showed much lower turnover. </a:t>
          </a:r>
        </a:p>
      </dsp:txBody>
      <dsp:txXfrm>
        <a:off x="1539319" y="1480466"/>
        <a:ext cx="5620305" cy="1345878"/>
      </dsp:txXfrm>
    </dsp:sp>
    <dsp:sp modelId="{29C0569B-71E3-4A8F-9726-BF87F8E2F2B3}">
      <dsp:nvSpPr>
        <dsp:cNvPr id="0" name=""/>
        <dsp:cNvSpPr/>
      </dsp:nvSpPr>
      <dsp:spPr>
        <a:xfrm>
          <a:off x="1431925" y="2826344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CD0BE-7EA5-425D-A9C4-BF89D048D6D3}">
      <dsp:nvSpPr>
        <dsp:cNvPr id="0" name=""/>
        <dsp:cNvSpPr/>
      </dsp:nvSpPr>
      <dsp:spPr>
        <a:xfrm>
          <a:off x="1539319" y="2893638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Employees working overtime represented majority of attrition cases.</a:t>
          </a:r>
        </a:p>
      </dsp:txBody>
      <dsp:txXfrm>
        <a:off x="1539319" y="2893638"/>
        <a:ext cx="5620305" cy="1345878"/>
      </dsp:txXfrm>
    </dsp:sp>
    <dsp:sp modelId="{A8CCA02A-1AE8-40A7-9CAC-FA4FDC606EF5}">
      <dsp:nvSpPr>
        <dsp:cNvPr id="0" name=""/>
        <dsp:cNvSpPr/>
      </dsp:nvSpPr>
      <dsp:spPr>
        <a:xfrm>
          <a:off x="1431925" y="4239516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0AD9D-1912-4740-ACD0-206FEA231596}">
      <dsp:nvSpPr>
        <dsp:cNvPr id="0" name=""/>
        <dsp:cNvSpPr/>
      </dsp:nvSpPr>
      <dsp:spPr>
        <a:xfrm>
          <a:off x="1539319" y="4306810"/>
          <a:ext cx="5620305" cy="134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Overtime appears to be strongly associated with employee turnover.</a:t>
          </a:r>
        </a:p>
      </dsp:txBody>
      <dsp:txXfrm>
        <a:off x="1539319" y="4306810"/>
        <a:ext cx="5620305" cy="1345878"/>
      </dsp:txXfrm>
    </dsp:sp>
    <dsp:sp modelId="{AE288499-DA01-4D35-A500-BFA159D74252}">
      <dsp:nvSpPr>
        <dsp:cNvPr id="0" name=""/>
        <dsp:cNvSpPr/>
      </dsp:nvSpPr>
      <dsp:spPr>
        <a:xfrm>
          <a:off x="1431925" y="5652688"/>
          <a:ext cx="5727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D8F23A-D5C7-42E6-87A2-F5F7D15D6C39}">
      <dsp:nvSpPr>
        <dsp:cNvPr id="0" name=""/>
        <dsp:cNvSpPr/>
      </dsp:nvSpPr>
      <dsp:spPr>
        <a:xfrm>
          <a:off x="0" y="2176272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6E9BDF-5562-48E5-AB22-4F2E11FA3808}">
      <dsp:nvSpPr>
        <dsp:cNvPr id="0" name=""/>
        <dsp:cNvSpPr/>
      </dsp:nvSpPr>
      <dsp:spPr>
        <a:xfrm rot="8100000">
          <a:off x="66949" y="501545"/>
          <a:ext cx="320082" cy="320082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156EB3-16BE-4852-AC46-2BAD1CF849B9}">
      <dsp:nvSpPr>
        <dsp:cNvPr id="0" name=""/>
        <dsp:cNvSpPr/>
      </dsp:nvSpPr>
      <dsp:spPr>
        <a:xfrm>
          <a:off x="136458" y="571053"/>
          <a:ext cx="181065" cy="181065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75BCC-0AE1-438C-9A99-4C5257681184}">
      <dsp:nvSpPr>
        <dsp:cNvPr id="0" name=""/>
        <dsp:cNvSpPr/>
      </dsp:nvSpPr>
      <dsp:spPr>
        <a:xfrm>
          <a:off x="453323" y="1055056"/>
          <a:ext cx="2916484" cy="1121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Review Salary structures for lower-income employees and introduce retention incentives.</a:t>
          </a:r>
          <a:endParaRPr lang="en-IN" sz="1500" kern="1200" dirty="0"/>
        </a:p>
      </dsp:txBody>
      <dsp:txXfrm>
        <a:off x="453323" y="1055056"/>
        <a:ext cx="2916484" cy="1121215"/>
      </dsp:txXfrm>
    </dsp:sp>
    <dsp:sp modelId="{F48F361F-2612-49E0-B507-3DE11D5BE58D}">
      <dsp:nvSpPr>
        <dsp:cNvPr id="0" name=""/>
        <dsp:cNvSpPr/>
      </dsp:nvSpPr>
      <dsp:spPr>
        <a:xfrm>
          <a:off x="453323" y="435254"/>
          <a:ext cx="2916484" cy="61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Improve Compensation Strategy</a:t>
          </a:r>
          <a:endParaRPr lang="en-IN" sz="2000" kern="1200" dirty="0"/>
        </a:p>
      </dsp:txBody>
      <dsp:txXfrm>
        <a:off x="453323" y="435254"/>
        <a:ext cx="2916484" cy="619802"/>
      </dsp:txXfrm>
    </dsp:sp>
    <dsp:sp modelId="{38B956A2-2C40-4CD5-B8FC-F6A6D93FB362}">
      <dsp:nvSpPr>
        <dsp:cNvPr id="0" name=""/>
        <dsp:cNvSpPr/>
      </dsp:nvSpPr>
      <dsp:spPr>
        <a:xfrm>
          <a:off x="226991" y="797386"/>
          <a:ext cx="0" cy="1378885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6BD9E-B321-450F-9C07-62C911561916}">
      <dsp:nvSpPr>
        <dsp:cNvPr id="0" name=""/>
        <dsp:cNvSpPr/>
      </dsp:nvSpPr>
      <dsp:spPr>
        <a:xfrm>
          <a:off x="185377" y="2135532"/>
          <a:ext cx="81479" cy="8147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F4BBA-0B16-41A9-8C72-5B7CC203E81B}">
      <dsp:nvSpPr>
        <dsp:cNvPr id="0" name=""/>
        <dsp:cNvSpPr/>
      </dsp:nvSpPr>
      <dsp:spPr>
        <a:xfrm rot="18900000">
          <a:off x="1817061" y="3530916"/>
          <a:ext cx="320082" cy="320082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7DBCF2-F481-4A08-8CF1-36EA2F0ACA03}">
      <dsp:nvSpPr>
        <dsp:cNvPr id="0" name=""/>
        <dsp:cNvSpPr/>
      </dsp:nvSpPr>
      <dsp:spPr>
        <a:xfrm>
          <a:off x="1886569" y="3600424"/>
          <a:ext cx="181065" cy="181065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EA235-72FB-4FD2-882E-30F564084402}">
      <dsp:nvSpPr>
        <dsp:cNvPr id="0" name=""/>
        <dsp:cNvSpPr/>
      </dsp:nvSpPr>
      <dsp:spPr>
        <a:xfrm>
          <a:off x="2203434" y="2970176"/>
          <a:ext cx="2916484" cy="947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Provide clear promotion paths and skill development opportunities for mid-career employees.</a:t>
          </a:r>
          <a:endParaRPr lang="en-IN" sz="1500" kern="1200" dirty="0"/>
        </a:p>
      </dsp:txBody>
      <dsp:txXfrm>
        <a:off x="2203434" y="2970176"/>
        <a:ext cx="2916484" cy="947113"/>
      </dsp:txXfrm>
    </dsp:sp>
    <dsp:sp modelId="{C9F23E75-001A-42ED-B57C-7B8E27A375F5}">
      <dsp:nvSpPr>
        <dsp:cNvPr id="0" name=""/>
        <dsp:cNvSpPr/>
      </dsp:nvSpPr>
      <dsp:spPr>
        <a:xfrm>
          <a:off x="2203434" y="2350373"/>
          <a:ext cx="2916484" cy="61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Strengthen Career Growth Programs </a:t>
          </a:r>
          <a:endParaRPr lang="en-IN" sz="2000" kern="1200" dirty="0"/>
        </a:p>
      </dsp:txBody>
      <dsp:txXfrm>
        <a:off x="2203434" y="2350373"/>
        <a:ext cx="2916484" cy="619802"/>
      </dsp:txXfrm>
    </dsp:sp>
    <dsp:sp modelId="{8C3CCB5E-8128-4FD9-969F-74E8392C3989}">
      <dsp:nvSpPr>
        <dsp:cNvPr id="0" name=""/>
        <dsp:cNvSpPr/>
      </dsp:nvSpPr>
      <dsp:spPr>
        <a:xfrm>
          <a:off x="1977102" y="2176272"/>
          <a:ext cx="0" cy="1357993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E75DD2-0104-4519-887A-E011E6C1501F}">
      <dsp:nvSpPr>
        <dsp:cNvPr id="0" name=""/>
        <dsp:cNvSpPr/>
      </dsp:nvSpPr>
      <dsp:spPr>
        <a:xfrm>
          <a:off x="1935489" y="2135532"/>
          <a:ext cx="81479" cy="8147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23B62-0387-4BB4-B6F8-2D483B350767}">
      <dsp:nvSpPr>
        <dsp:cNvPr id="0" name=""/>
        <dsp:cNvSpPr/>
      </dsp:nvSpPr>
      <dsp:spPr>
        <a:xfrm rot="8100000">
          <a:off x="3567172" y="501545"/>
          <a:ext cx="320082" cy="320082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E23A6E-DF5F-4434-B356-C29094D4A911}">
      <dsp:nvSpPr>
        <dsp:cNvPr id="0" name=""/>
        <dsp:cNvSpPr/>
      </dsp:nvSpPr>
      <dsp:spPr>
        <a:xfrm>
          <a:off x="3636681" y="571053"/>
          <a:ext cx="181065" cy="181065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2A0AF-965B-4386-8EB2-58CD0F933766}">
      <dsp:nvSpPr>
        <dsp:cNvPr id="0" name=""/>
        <dsp:cNvSpPr/>
      </dsp:nvSpPr>
      <dsp:spPr>
        <a:xfrm>
          <a:off x="3953546" y="1055056"/>
          <a:ext cx="2916484" cy="1121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Balance workloads and optimize staffing to prevent burnout.</a:t>
          </a:r>
          <a:endParaRPr lang="en-IN" sz="1500" kern="1200" dirty="0"/>
        </a:p>
      </dsp:txBody>
      <dsp:txXfrm>
        <a:off x="3953546" y="1055056"/>
        <a:ext cx="2916484" cy="1121215"/>
      </dsp:txXfrm>
    </dsp:sp>
    <dsp:sp modelId="{3EF08D09-458E-4030-B9BB-6A917BC1907C}">
      <dsp:nvSpPr>
        <dsp:cNvPr id="0" name=""/>
        <dsp:cNvSpPr/>
      </dsp:nvSpPr>
      <dsp:spPr>
        <a:xfrm>
          <a:off x="3953546" y="435254"/>
          <a:ext cx="2916484" cy="61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Reduce Overtime Dependency</a:t>
          </a:r>
          <a:endParaRPr lang="en-IN" sz="2000" kern="1200" dirty="0"/>
        </a:p>
      </dsp:txBody>
      <dsp:txXfrm>
        <a:off x="3953546" y="435254"/>
        <a:ext cx="2916484" cy="619802"/>
      </dsp:txXfrm>
    </dsp:sp>
    <dsp:sp modelId="{183AFB0A-2059-45BA-B4A9-0F9FCA77FDDD}">
      <dsp:nvSpPr>
        <dsp:cNvPr id="0" name=""/>
        <dsp:cNvSpPr/>
      </dsp:nvSpPr>
      <dsp:spPr>
        <a:xfrm>
          <a:off x="3727214" y="797386"/>
          <a:ext cx="0" cy="1378885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99E097-2285-4961-8C7A-4E5ABA25BAC6}">
      <dsp:nvSpPr>
        <dsp:cNvPr id="0" name=""/>
        <dsp:cNvSpPr/>
      </dsp:nvSpPr>
      <dsp:spPr>
        <a:xfrm>
          <a:off x="3685600" y="2135532"/>
          <a:ext cx="81479" cy="8147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781F7-2F35-47C5-B960-3915860930D2}">
      <dsp:nvSpPr>
        <dsp:cNvPr id="0" name=""/>
        <dsp:cNvSpPr/>
      </dsp:nvSpPr>
      <dsp:spPr>
        <a:xfrm rot="18900000">
          <a:off x="5317284" y="3530916"/>
          <a:ext cx="320082" cy="320082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1A4EBB-7A71-4254-8919-44738E02F10F}">
      <dsp:nvSpPr>
        <dsp:cNvPr id="0" name=""/>
        <dsp:cNvSpPr/>
      </dsp:nvSpPr>
      <dsp:spPr>
        <a:xfrm>
          <a:off x="5386792" y="3600424"/>
          <a:ext cx="181065" cy="181065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DBFA4-32BB-4F31-8710-FC429DD29E53}">
      <dsp:nvSpPr>
        <dsp:cNvPr id="0" name=""/>
        <dsp:cNvSpPr/>
      </dsp:nvSpPr>
      <dsp:spPr>
        <a:xfrm>
          <a:off x="5703657" y="2970176"/>
          <a:ext cx="2916484" cy="947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5703657" y="2970176"/>
        <a:ext cx="2916484" cy="947113"/>
      </dsp:txXfrm>
    </dsp:sp>
    <dsp:sp modelId="{00F9718A-2523-42D6-B608-9EAFB754636F}">
      <dsp:nvSpPr>
        <dsp:cNvPr id="0" name=""/>
        <dsp:cNvSpPr/>
      </dsp:nvSpPr>
      <dsp:spPr>
        <a:xfrm>
          <a:off x="5703657" y="2350373"/>
          <a:ext cx="2916484" cy="61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IN" sz="2000" kern="1200" dirty="0"/>
        </a:p>
      </dsp:txBody>
      <dsp:txXfrm>
        <a:off x="5703657" y="2350373"/>
        <a:ext cx="2916484" cy="619802"/>
      </dsp:txXfrm>
    </dsp:sp>
    <dsp:sp modelId="{A11A82FD-29BB-4B04-9FC7-8D628659C49F}">
      <dsp:nvSpPr>
        <dsp:cNvPr id="0" name=""/>
        <dsp:cNvSpPr/>
      </dsp:nvSpPr>
      <dsp:spPr>
        <a:xfrm>
          <a:off x="5477325" y="2176272"/>
          <a:ext cx="0" cy="1357993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62086-6204-4493-9016-BD23F8FCA201}">
      <dsp:nvSpPr>
        <dsp:cNvPr id="0" name=""/>
        <dsp:cNvSpPr/>
      </dsp:nvSpPr>
      <dsp:spPr>
        <a:xfrm>
          <a:off x="5435712" y="2135532"/>
          <a:ext cx="81479" cy="8147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460FB-87B3-492D-ADDE-459A215F0C78}">
      <dsp:nvSpPr>
        <dsp:cNvPr id="0" name=""/>
        <dsp:cNvSpPr/>
      </dsp:nvSpPr>
      <dsp:spPr>
        <a:xfrm rot="8100000">
          <a:off x="7067395" y="501545"/>
          <a:ext cx="320082" cy="320082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BB523D-8B75-499F-BD1A-AC4E53D846CA}">
      <dsp:nvSpPr>
        <dsp:cNvPr id="0" name=""/>
        <dsp:cNvSpPr/>
      </dsp:nvSpPr>
      <dsp:spPr>
        <a:xfrm>
          <a:off x="7136904" y="571053"/>
          <a:ext cx="181065" cy="181065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1310F-DEC8-45DE-885C-C665CE9FA33D}">
      <dsp:nvSpPr>
        <dsp:cNvPr id="0" name=""/>
        <dsp:cNvSpPr/>
      </dsp:nvSpPr>
      <dsp:spPr>
        <a:xfrm>
          <a:off x="7453769" y="1055056"/>
          <a:ext cx="2916484" cy="1121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Implement retention programs for laboratory Technicians, Sales Executives, and Research Scientists.</a:t>
          </a:r>
          <a:endParaRPr lang="en-IN" sz="1500" kern="1200" dirty="0"/>
        </a:p>
      </dsp:txBody>
      <dsp:txXfrm>
        <a:off x="7453769" y="1055056"/>
        <a:ext cx="2916484" cy="1121215"/>
      </dsp:txXfrm>
    </dsp:sp>
    <dsp:sp modelId="{742583D2-E1EF-4360-AC77-B89B8BF00A9B}">
      <dsp:nvSpPr>
        <dsp:cNvPr id="0" name=""/>
        <dsp:cNvSpPr/>
      </dsp:nvSpPr>
      <dsp:spPr>
        <a:xfrm>
          <a:off x="7453769" y="435254"/>
          <a:ext cx="2916484" cy="61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Focus on High Risk-Roles </a:t>
          </a:r>
          <a:endParaRPr lang="en-IN" sz="2000" kern="1200" dirty="0"/>
        </a:p>
      </dsp:txBody>
      <dsp:txXfrm>
        <a:off x="7453769" y="435254"/>
        <a:ext cx="2916484" cy="619802"/>
      </dsp:txXfrm>
    </dsp:sp>
    <dsp:sp modelId="{55883EF5-6A2F-4DCC-916C-710FCD039354}">
      <dsp:nvSpPr>
        <dsp:cNvPr id="0" name=""/>
        <dsp:cNvSpPr/>
      </dsp:nvSpPr>
      <dsp:spPr>
        <a:xfrm>
          <a:off x="7227437" y="797386"/>
          <a:ext cx="0" cy="1378885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152EF-D707-433D-803F-5A33963D7776}">
      <dsp:nvSpPr>
        <dsp:cNvPr id="0" name=""/>
        <dsp:cNvSpPr/>
      </dsp:nvSpPr>
      <dsp:spPr>
        <a:xfrm>
          <a:off x="7185823" y="2135532"/>
          <a:ext cx="81479" cy="8147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BulletTimelineVariant1">
  <dgm:title val="Bullet Timeline"/>
  <dgm:desc val="Displays bulleted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78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178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55"/>
                        <dgm:constr type="b" for="ch" forName="L1TextContainer1" refType="h" fact="0.728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72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78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178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55"/>
                        <dgm:constr type="b" for="ch" forName="L1TextContainer1" refType="h" fact="0.728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72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4"/>
                  <dgm:constr type="h" for="ch" forName="Ellipse1" refType="w" refFor="ch" refForName="DropPin1" fact="0.4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revTx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node2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 w="12700">
                            <a:solidFill>
                              <a:schemeClr val="tx1"/>
                            </a:solidFill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78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178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55"/>
                        <dgm:constr type="b" for="ch" forName="L1TextContainer" refType="h" fact="0.728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72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78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178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55"/>
                        <dgm:constr type="b" for="ch" forName="L1TextContainer" refType="h" fact="0.728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72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4"/>
                  <dgm:constr type="h" for="ch" forName="Ellipse" refType="w" refFor="ch" refForName="DropPin" fact="0.4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revTx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node2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 w="12700">
                            <a:solidFill>
                              <a:schemeClr val="tx1"/>
                            </a:solidFill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2D6D-6174-4810-8BF8-326DD763570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BF8DC-E6DB-405F-9CBF-DEDE0B109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89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BF8DC-E6DB-405F-9CBF-DEDE0B1092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45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2915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806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9615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1080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738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4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9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17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0592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9852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560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55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54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1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99000-8DC5-4FAA-962C-D38BB4F2BF7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80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6" r:id="rId13"/>
    <p:sldLayoutId id="214748392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hrconnect.cl/engagement/la-importancia-de-la-rotacion-la-boral-para-el-desarrollo-del-capi-tal-humano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2332-DA98-8167-99A2-51BA6A789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HR Attrition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777D5-D3BB-B52B-6352-AB3CE26F3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 fontScale="85000" lnSpcReduction="10000"/>
          </a:bodyPr>
          <a:lstStyle/>
          <a:p>
            <a:r>
              <a:rPr lang="en-US"/>
              <a:t>Tool: Power BI</a:t>
            </a:r>
          </a:p>
          <a:p>
            <a:r>
              <a:rPr lang="en-US"/>
              <a:t>Dataset: HR Employee Attrition</a:t>
            </a:r>
          </a:p>
          <a:p>
            <a:r>
              <a:rPr lang="en-US"/>
              <a:t>Created By: Devansh Chauhan</a:t>
            </a:r>
            <a:endParaRPr lang="en-I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245E008-679E-FF0A-8811-D24902A89F6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9920" r="19920"/>
          <a:stretch>
            <a:fillRect/>
          </a:stretch>
        </p:blipFill>
        <p:spPr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304461-130D-D6E3-C1F0-909D7ADE6C68}"/>
              </a:ext>
            </a:extLst>
          </p:cNvPr>
          <p:cNvSpPr txBox="1"/>
          <p:nvPr/>
        </p:nvSpPr>
        <p:spPr>
          <a:xfrm>
            <a:off x="9357571" y="6199097"/>
            <a:ext cx="28344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4" tooltip="https://www.hrconnect.cl/engagement/la-importancia-de-la-rotacion-la-boral-para-el-desarrollo-del-capi-tal-humano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IN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30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1014048-D877-C3EE-B65E-2008B352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3000"/>
              <a:t>Executive Summary</a:t>
            </a:r>
            <a:endParaRPr lang="en-IN" sz="300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ED1A89C-DA39-6401-828E-609AEDF2070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Key Metrics</a:t>
            </a:r>
          </a:p>
          <a:p>
            <a:r>
              <a:rPr lang="en-US"/>
              <a:t>Total Employees: 1,470</a:t>
            </a:r>
          </a:p>
          <a:p>
            <a:r>
              <a:rPr lang="en-US"/>
              <a:t>Attrition Count: 237</a:t>
            </a:r>
          </a:p>
          <a:p>
            <a:r>
              <a:rPr lang="en-US"/>
              <a:t>Attrition Rate: 16.1%</a:t>
            </a:r>
          </a:p>
          <a:p>
            <a:r>
              <a:rPr lang="en-US"/>
              <a:t>Average Age: 36.9 Years</a:t>
            </a:r>
          </a:p>
          <a:p>
            <a:r>
              <a:rPr lang="en-US"/>
              <a:t>Average Monthly Income: ₹6.5k</a:t>
            </a:r>
          </a:p>
          <a:p>
            <a:pPr marL="0" indent="0">
              <a:buNone/>
            </a:pPr>
            <a:r>
              <a:rPr lang="en-US" b="1"/>
              <a:t>Objective</a:t>
            </a:r>
          </a:p>
          <a:p>
            <a:pPr marL="0" indent="0">
              <a:buNone/>
            </a:pPr>
            <a:r>
              <a:rPr lang="en-US"/>
              <a:t>Identify the major factors influencing employee attrition and provide recommendations to improve retention.</a:t>
            </a:r>
            <a:endParaRPr lang="en-IN"/>
          </a:p>
        </p:txBody>
      </p:sp>
      <p:pic>
        <p:nvPicPr>
          <p:cNvPr id="20" name="Picture 19" descr="Calculator, pen, compass, money and a paper with graphs printed on it">
            <a:extLst>
              <a:ext uri="{FF2B5EF4-FFF2-40B4-BE49-F238E27FC236}">
                <a16:creationId xmlns:a16="http://schemas.microsoft.com/office/drawing/2014/main" id="{670533EF-58A7-D88D-7590-D3318B99B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27" r="17113" b="-2"/>
          <a:stretch>
            <a:fillRect/>
          </a:stretch>
        </p:blipFill>
        <p:spPr>
          <a:xfrm>
            <a:off x="20" y="10"/>
            <a:ext cx="6591280" cy="639914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21671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5B06-394F-6BD0-4DFA-C246D851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Department And Job Role Analysis</a:t>
            </a:r>
            <a:endParaRPr lang="en-IN" dirty="0"/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1F90D042-CFDE-E7FB-5EBD-AC3504C4306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6745437"/>
              </p:ext>
            </p:extLst>
          </p:nvPr>
        </p:nvGraphicFramePr>
        <p:xfrm>
          <a:off x="4425950" y="639763"/>
          <a:ext cx="7159625" cy="572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4F4E6E5-0F56-522F-2F9C-0A91C385D1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4261104"/>
            <a:ext cx="3125878" cy="25281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34A903-47DA-964E-CB22-0E252415D0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2047847"/>
            <a:ext cx="3360711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3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8DAB-905A-9638-8842-5AA0F7BD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5231-2BBA-9A1F-327D-F57F8D26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995928" cy="1385365"/>
          </a:xfrm>
        </p:spPr>
        <p:txBody>
          <a:bodyPr anchor="t">
            <a:normAutofit/>
          </a:bodyPr>
          <a:lstStyle/>
          <a:p>
            <a:r>
              <a:rPr lang="en-US" dirty="0"/>
              <a:t>Demographic Analysis</a:t>
            </a:r>
            <a:endParaRPr lang="en-IN" dirty="0"/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BC797276-FCB7-A16E-E4C4-22E0C6FE62A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14907535"/>
              </p:ext>
            </p:extLst>
          </p:nvPr>
        </p:nvGraphicFramePr>
        <p:xfrm>
          <a:off x="4425950" y="639763"/>
          <a:ext cx="7159625" cy="572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4D7B237-ED5B-2739-CA1F-4494AED344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565706"/>
            <a:ext cx="3400209" cy="2740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E2BE40-FB57-864B-9F08-24C297A55A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4367675"/>
            <a:ext cx="3306490" cy="239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8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08795-1FF7-D610-271D-DC025B7A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C835-8751-9C9F-CC38-271FE1F4F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995928" cy="1385365"/>
          </a:xfrm>
        </p:spPr>
        <p:txBody>
          <a:bodyPr anchor="t">
            <a:normAutofit/>
          </a:bodyPr>
          <a:lstStyle/>
          <a:p>
            <a:r>
              <a:rPr lang="en-US" dirty="0"/>
              <a:t>Salary And Overtime Analysis </a:t>
            </a:r>
            <a:endParaRPr lang="en-IN" dirty="0"/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5C8F59C3-4508-5B9A-AC73-1CFE3650E06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95240149"/>
              </p:ext>
            </p:extLst>
          </p:nvPr>
        </p:nvGraphicFramePr>
        <p:xfrm>
          <a:off x="4425950" y="639763"/>
          <a:ext cx="7159625" cy="572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2952DD7-629B-B0AB-1BCB-656FC275F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14" y="1760958"/>
            <a:ext cx="3901778" cy="22709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6BD6DB-26C6-B9A6-DF9D-008D43D9CE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14" y="4104346"/>
            <a:ext cx="3368332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4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FEC3-DC21-7392-2498-1E3DF8A8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Recommendations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Content Placeholder 4" descr="Basic Timeline">
            <a:extLst>
              <a:ext uri="{FF2B5EF4-FFF2-40B4-BE49-F238E27FC236}">
                <a16:creationId xmlns:a16="http://schemas.microsoft.com/office/drawing/2014/main" id="{1DEB2C47-A941-4459-5ACD-52D15187EA2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6653854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19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155</TotalTime>
  <Words>260</Words>
  <Application>Microsoft Office PowerPoint</Application>
  <PresentationFormat>Widescreen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2013 - 2022 Theme</vt:lpstr>
      <vt:lpstr>HR Attrition Analysis</vt:lpstr>
      <vt:lpstr>Executive Summary</vt:lpstr>
      <vt:lpstr>Department And Job Role Analysis</vt:lpstr>
      <vt:lpstr>Demographic Analysis</vt:lpstr>
      <vt:lpstr>Salary And Overtime Analysis 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dsliva</dc:creator>
  <cp:lastModifiedBy>derek dsliva</cp:lastModifiedBy>
  <cp:revision>1</cp:revision>
  <dcterms:created xsi:type="dcterms:W3CDTF">2026-06-22T13:42:31Z</dcterms:created>
  <dcterms:modified xsi:type="dcterms:W3CDTF">2026-06-22T16:17:33Z</dcterms:modified>
</cp:coreProperties>
</file>